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3" r:id="rId2"/>
    <p:sldId id="260" r:id="rId3"/>
    <p:sldId id="267" r:id="rId4"/>
    <p:sldId id="269" r:id="rId5"/>
    <p:sldId id="270" r:id="rId6"/>
    <p:sldId id="283" r:id="rId7"/>
    <p:sldId id="286" r:id="rId8"/>
    <p:sldId id="290" r:id="rId9"/>
    <p:sldId id="291" r:id="rId10"/>
    <p:sldId id="282" r:id="rId11"/>
    <p:sldId id="29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D7A2A-D178-4795-AF62-3FB5439AD6C3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A34906-31D3-4851-871C-62F2B86BC3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63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F419F-3507-4FD5-9BC4-DE30B6D960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720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F419F-3507-4FD5-9BC4-DE30B6D9608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833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F7089-E89D-F00F-B484-0B5469B27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09E9ED-4890-0EAF-E840-F306608E21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6F305-636B-4463-1AB7-640DD935F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16912-1CBC-7D1A-51FF-DBF655F05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7B126-CE1E-34CC-5C02-CEF92D018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465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CDCFE-E793-2984-C698-DE98C6CC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DE38A-44AE-4981-F6EA-BDABC05FC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362DA-53B7-8DAD-A4B2-F2560C33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362BD-51EA-D1AC-E61F-141A2974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0EA96-7DE1-35E5-A1EB-908907F4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3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B770-D1B7-8A0D-C6E7-472C2A081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63F12-FBD5-F145-9B34-9D3466F96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15A88-A15A-7BC6-1117-5EAFD050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210D-A81A-8D3E-9241-3A8EFECE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F3ED4-4F6A-072F-136A-6AD2760A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E334-46FB-E6C7-01C1-73379392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16F50-26F6-9353-8F29-43209053D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98DF3-6571-1C5D-E2BA-954504FA7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D44DB-B980-607A-C92D-6B2F5992D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2EF96-2A9A-75AB-87D5-0DAE86014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D9683-6292-AB34-1B63-7F0E49138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86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FE3E0-210E-B0B2-3908-18D7A7E15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17794-2459-870A-505D-59728AE30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0341B-1539-4C3C-2964-8E125A51B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ABA8A-2FCA-2C0E-E2F4-15DD42685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3D12F-8941-F022-F375-196D4054A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E333BC-303B-83ED-761B-1FC36DCF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EC5F6-A261-2F44-32D5-BF4834EC6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26C7CE-0784-F380-1130-A60AB4CB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2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95455-B370-936B-C46B-764A61B6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8AD6A-4A05-8372-5523-0D0BF3B9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15496-F553-174D-0119-AFCFE042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5E2FC-65B3-9E72-D98C-8BD12F25C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093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E37ED-7577-BEFC-E726-F15A50999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3C692-2774-E936-C1D6-1499D0AA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BDC44-EED0-73EC-7617-D009AA835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56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F676E-F901-3D2E-AC58-DD102D36C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F2A7-FE44-713B-F012-C3D7C6588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726ED-B619-2E3B-5CFE-342A0E4A8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441F7-8141-D8AA-0DEB-799A52034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6278A-2994-0421-CFF8-4BB5F35B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EE2C1-D933-1819-21AD-A4540C4E5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57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62F9A-A654-909B-C32F-83CBB8372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3CCA02-7B15-8493-AF51-D309149548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91A90F-928F-79D6-E1A6-388FE45BB8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24F5B-DE0C-7A1F-4389-B8AA6A14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9271B-01F7-7BF0-CC81-83D237D8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0515E-322D-C2B2-367B-87F08229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36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DF82-C70A-DB13-48D8-08257FB6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FA670-FAAD-BFBF-FCC1-C538CFA78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2FA98-34AB-8789-0C6B-8AF3888FB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8FEEA-E287-2D57-E4D4-6A148E4F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7100-06FE-FCCC-8DEE-0A5C5171D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7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EA3D9-F606-F0E0-1D2A-78AF6173D1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90D1E-363E-EE45-CFBC-11AE0A822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7EDB-CCF4-A3FD-DC39-581468BD8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EA6B2-457B-47EB-BB8B-A5E4A4AB4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A2F36-645C-69F3-805A-738E91E3A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10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EA155-BAF2-90BD-A1F6-AFB2F97EE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B74F8-0FEB-A7DD-4110-4E29BCF87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03EA9-7C71-92A6-44C4-A1542274E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BEF96-DFB4-41AF-A3F9-D87AE49F6F5C}" type="datetimeFigureOut">
              <a:rPr lang="en-US" smtClean="0"/>
              <a:t>11/10/26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07EA3-91C8-0A9B-112A-D96F7653E6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07438-3C46-0C75-A2F9-4659A133C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BE834-5F3B-4B7D-8AAF-D9E844DBC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2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136191" y="1192432"/>
            <a:ext cx="3667886" cy="1569660"/>
          </a:xfrm>
          <a:prstGeom prst="rect">
            <a:avLst/>
          </a:prstGeom>
          <a:effectLst>
            <a:glow rad="215900">
              <a:schemeClr val="accent1">
                <a:alpha val="0"/>
              </a:schemeClr>
            </a:glow>
            <a:reflection blurRad="1270000" stA="0" dist="1270000" dir="5400000" sy="-100000" algn="bl" rotWithShape="0"/>
          </a:effectLst>
        </p:spPr>
        <p:txBody>
          <a:bodyPr wrap="square">
            <a:spAutoFit/>
          </a:bodyPr>
          <a:lstStyle/>
          <a:p>
            <a:r>
              <a:rPr lang="en-US" altLang="zh-CN" sz="9600" dirty="0" err="1">
                <a:gradFill>
                  <a:gsLst>
                    <a:gs pos="0">
                      <a:srgbClr val="64A2A4">
                        <a:alpha val="83000"/>
                      </a:srgbClr>
                    </a:gs>
                    <a:gs pos="81000">
                      <a:srgbClr val="83C0C8">
                        <a:alpha val="0"/>
                      </a:srgbClr>
                    </a:gs>
                  </a:gsLst>
                  <a:lin ang="5400000" scaled="0"/>
                </a:gra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阿里巴巴普惠体" panose="00020600040101010101" pitchFamily="18" charset="-122"/>
              </a:rPr>
              <a:t>Đề</a:t>
            </a:r>
            <a:r>
              <a:rPr lang="en-US" altLang="zh-CN" sz="9600" dirty="0">
                <a:gradFill>
                  <a:gsLst>
                    <a:gs pos="0">
                      <a:srgbClr val="64A2A4">
                        <a:alpha val="83000"/>
                      </a:srgbClr>
                    </a:gs>
                    <a:gs pos="81000">
                      <a:srgbClr val="83C0C8">
                        <a:alpha val="0"/>
                      </a:srgbClr>
                    </a:gs>
                  </a:gsLst>
                  <a:lin ang="5400000" scaled="0"/>
                </a:gra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阿里巴巴普惠体" panose="00020600040101010101" pitchFamily="18" charset="-122"/>
              </a:rPr>
              <a:t> </a:t>
            </a:r>
            <a:r>
              <a:rPr lang="en-US" altLang="zh-CN" sz="9600" dirty="0" err="1">
                <a:gradFill>
                  <a:gsLst>
                    <a:gs pos="0">
                      <a:srgbClr val="64A2A4">
                        <a:alpha val="83000"/>
                      </a:srgbClr>
                    </a:gs>
                    <a:gs pos="81000">
                      <a:srgbClr val="83C0C8">
                        <a:alpha val="0"/>
                      </a:srgbClr>
                    </a:gs>
                  </a:gsLst>
                  <a:lin ang="5400000" scaled="0"/>
                </a:gra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  <a:sym typeface="阿里巴巴普惠体" panose="00020600040101010101" pitchFamily="18" charset="-122"/>
              </a:rPr>
              <a:t>Tài</a:t>
            </a:r>
            <a:endParaRPr lang="zh-CN" altLang="en-US" sz="9600" dirty="0">
              <a:gradFill>
                <a:gsLst>
                  <a:gs pos="0">
                    <a:srgbClr val="64A2A4">
                      <a:alpha val="83000"/>
                    </a:srgbClr>
                  </a:gs>
                  <a:gs pos="81000">
                    <a:srgbClr val="83C0C8">
                      <a:alpha val="0"/>
                    </a:srgbClr>
                  </a:gs>
                </a:gsLst>
                <a:lin ang="5400000" scaled="0"/>
              </a:gradFill>
              <a:latin typeface="Times New Roman" panose="02020603050405020304" pitchFamily="18" charset="0"/>
              <a:ea typeface="思源宋体 CN Heavy" panose="02020900000000000000" pitchFamily="18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41268" y="2200134"/>
            <a:ext cx="950946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vi-VN" sz="4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rPr>
              <a:t>HỆ THỐNG QUẢN LÝ GHI CHÚ </a:t>
            </a:r>
            <a:endParaRPr lang="en-US" sz="4800" b="1" dirty="0">
              <a:solidFill>
                <a:schemeClr val="tx2">
                  <a:lumMod val="90000"/>
                  <a:lumOff val="10000"/>
                </a:schemeClr>
              </a:solidFill>
              <a:latin typeface="+mj-lt"/>
            </a:endParaRPr>
          </a:p>
          <a:p>
            <a:pPr algn="ctr"/>
            <a:r>
              <a:rPr lang="vi-VN" sz="4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rPr>
              <a:t>VÀ THÔNG TIN RIÊNG TƯ</a:t>
            </a:r>
            <a:endParaRPr lang="zh-CN" altLang="en-US" sz="4800" b="1" dirty="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101600" dist="38100" dir="2700000" algn="tl">
                  <a:srgbClr val="000000">
                    <a:alpha val="15000"/>
                  </a:srgbClr>
                </a:outerShdw>
              </a:effectLst>
              <a:latin typeface="Arial Black" panose="020B0A04020102020204" pitchFamily="34" charset="0"/>
              <a:ea typeface="思源宋体 CN Heavy" panose="02020900000000000000" pitchFamily="18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43886" y="422985"/>
            <a:ext cx="2578915" cy="461665"/>
            <a:chOff x="8678487" y="290279"/>
            <a:chExt cx="2578916" cy="461665"/>
          </a:xfrm>
        </p:grpSpPr>
        <p:grpSp>
          <p:nvGrpSpPr>
            <p:cNvPr id="24" name="组合 23"/>
            <p:cNvGrpSpPr/>
            <p:nvPr/>
          </p:nvGrpSpPr>
          <p:grpSpPr>
            <a:xfrm>
              <a:off x="8678487" y="427815"/>
              <a:ext cx="598517" cy="120825"/>
              <a:chOff x="8678487" y="332509"/>
              <a:chExt cx="1070623" cy="216131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8678487" y="332509"/>
                <a:ext cx="216131" cy="216131"/>
              </a:xfrm>
              <a:prstGeom prst="ellipse">
                <a:avLst/>
              </a:prstGeom>
              <a:solidFill>
                <a:srgbClr val="64A2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9105733" y="332509"/>
                <a:ext cx="216131" cy="216131"/>
              </a:xfrm>
              <a:prstGeom prst="ellipse">
                <a:avLst/>
              </a:prstGeom>
              <a:solidFill>
                <a:srgbClr val="83C0C8">
                  <a:alpha val="5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lt1">
                      <a:alpha val="56000"/>
                    </a:schemeClr>
                  </a:solidFill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9532979" y="332509"/>
                <a:ext cx="216131" cy="2161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9336683" y="290279"/>
              <a:ext cx="192072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  <a:sym typeface="阿里巴巴普惠体" panose="00020600040101010101" pitchFamily="18" charset="-122"/>
                </a:rPr>
                <a:t>Nhóm</a:t>
              </a:r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  <a:sym typeface="阿里巴巴普惠体" panose="00020600040101010101" pitchFamily="18" charset="-122"/>
                </a:rPr>
                <a:t> </a:t>
              </a:r>
              <a:r>
                <a:rPr lang="en-US" altLang="zh-CN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  <a:sym typeface="阿里巴巴普惠体" panose="00020600040101010101" pitchFamily="18" charset="-122"/>
                </a:rPr>
                <a:t>CLHD</a:t>
              </a:r>
              <a:endParaRPr lang="zh-CN" alt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任意多边形 40"/>
          <p:cNvSpPr/>
          <p:nvPr/>
        </p:nvSpPr>
        <p:spPr>
          <a:xfrm>
            <a:off x="10610401" y="2907324"/>
            <a:ext cx="1581601" cy="3950678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1601" h="3181849">
                <a:moveTo>
                  <a:pt x="1581601" y="0"/>
                </a:moveTo>
                <a:lnTo>
                  <a:pt x="1581601" y="3181849"/>
                </a:lnTo>
                <a:lnTo>
                  <a:pt x="23295" y="3181849"/>
                </a:lnTo>
                <a:lnTo>
                  <a:pt x="6636" y="3006685"/>
                </a:lnTo>
                <a:cubicBezTo>
                  <a:pt x="2234" y="2937244"/>
                  <a:pt x="0" y="2867215"/>
                  <a:pt x="0" y="2796663"/>
                </a:cubicBezTo>
                <a:cubicBezTo>
                  <a:pt x="0" y="1667843"/>
                  <a:pt x="571931" y="672605"/>
                  <a:pt x="1441825" y="84916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3847621" y="5469336"/>
            <a:ext cx="6257697" cy="1432989"/>
          </a:xfrm>
          <a:custGeom>
            <a:avLst/>
            <a:gdLst>
              <a:gd name="connsiteX0" fmla="*/ 2609261 w 5218520"/>
              <a:gd name="connsiteY0" fmla="*/ 0 h 1432989"/>
              <a:gd name="connsiteX1" fmla="*/ 5157332 w 5218520"/>
              <a:gd name="connsiteY1" fmla="*/ 1333829 h 1432989"/>
              <a:gd name="connsiteX2" fmla="*/ 5218520 w 5218520"/>
              <a:gd name="connsiteY2" fmla="*/ 1432989 h 1432989"/>
              <a:gd name="connsiteX3" fmla="*/ 0 w 5218520"/>
              <a:gd name="connsiteY3" fmla="*/ 1432989 h 1432989"/>
              <a:gd name="connsiteX4" fmla="*/ 61189 w 5218520"/>
              <a:gd name="connsiteY4" fmla="*/ 1333829 h 1432989"/>
              <a:gd name="connsiteX5" fmla="*/ 2609261 w 5218520"/>
              <a:gd name="connsiteY5" fmla="*/ 0 h 143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8520" h="1432989">
                <a:moveTo>
                  <a:pt x="2609261" y="0"/>
                </a:moveTo>
                <a:cubicBezTo>
                  <a:pt x="3669947" y="0"/>
                  <a:pt x="4605115" y="529093"/>
                  <a:pt x="5157332" y="1333829"/>
                </a:cubicBezTo>
                <a:lnTo>
                  <a:pt x="5218520" y="1432989"/>
                </a:lnTo>
                <a:lnTo>
                  <a:pt x="0" y="1432989"/>
                </a:lnTo>
                <a:lnTo>
                  <a:pt x="61189" y="1333829"/>
                </a:lnTo>
                <a:cubicBezTo>
                  <a:pt x="613405" y="529093"/>
                  <a:pt x="1548574" y="0"/>
                  <a:pt x="2609261" y="0"/>
                </a:cubicBezTo>
                <a:close/>
              </a:path>
            </a:pathLst>
          </a:custGeom>
          <a:solidFill>
            <a:srgbClr val="83C0C8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16200000" flipH="1">
            <a:off x="8352320" y="3062643"/>
            <a:ext cx="2568101" cy="5111263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  <a:gd name="connsiteX0" fmla="*/ 1575000 w 1575000"/>
              <a:gd name="connsiteY0" fmla="*/ 0 h 3181849"/>
              <a:gd name="connsiteX1" fmla="*/ 1575000 w 1575000"/>
              <a:gd name="connsiteY1" fmla="*/ 3181849 h 3181849"/>
              <a:gd name="connsiteX2" fmla="*/ 16694 w 1575000"/>
              <a:gd name="connsiteY2" fmla="*/ 3181849 h 3181849"/>
              <a:gd name="connsiteX3" fmla="*/ 35 w 1575000"/>
              <a:gd name="connsiteY3" fmla="*/ 3006685 h 3181849"/>
              <a:gd name="connsiteX4" fmla="*/ 411343 w 1575000"/>
              <a:gd name="connsiteY4" fmla="*/ 2201559 h 3181849"/>
              <a:gd name="connsiteX5" fmla="*/ 1435224 w 1575000"/>
              <a:gd name="connsiteY5" fmla="*/ 84916 h 3181849"/>
              <a:gd name="connsiteX6" fmla="*/ 1575000 w 1575000"/>
              <a:gd name="connsiteY6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94649 w 1558306"/>
              <a:gd name="connsiteY3" fmla="*/ 2201559 h 3181849"/>
              <a:gd name="connsiteX4" fmla="*/ 1418530 w 1558306"/>
              <a:gd name="connsiteY4" fmla="*/ 84916 h 3181849"/>
              <a:gd name="connsiteX5" fmla="*/ 1558306 w 1558306"/>
              <a:gd name="connsiteY5" fmla="*/ 0 h 3181849"/>
              <a:gd name="connsiteX0" fmla="*/ 1614440 w 1614440"/>
              <a:gd name="connsiteY0" fmla="*/ 0 h 3181849"/>
              <a:gd name="connsiteX1" fmla="*/ 1614440 w 1614440"/>
              <a:gd name="connsiteY1" fmla="*/ 3181849 h 3181849"/>
              <a:gd name="connsiteX2" fmla="*/ 56134 w 1614440"/>
              <a:gd name="connsiteY2" fmla="*/ 3181849 h 3181849"/>
              <a:gd name="connsiteX3" fmla="*/ 450783 w 1614440"/>
              <a:gd name="connsiteY3" fmla="*/ 2201559 h 3181849"/>
              <a:gd name="connsiteX4" fmla="*/ 1474664 w 1614440"/>
              <a:gd name="connsiteY4" fmla="*/ 84916 h 3181849"/>
              <a:gd name="connsiteX5" fmla="*/ 1614440 w 1614440"/>
              <a:gd name="connsiteY5" fmla="*/ 0 h 3181849"/>
              <a:gd name="connsiteX0" fmla="*/ 1591239 w 1591239"/>
              <a:gd name="connsiteY0" fmla="*/ 0 h 3181849"/>
              <a:gd name="connsiteX1" fmla="*/ 1591239 w 1591239"/>
              <a:gd name="connsiteY1" fmla="*/ 3181849 h 3181849"/>
              <a:gd name="connsiteX2" fmla="*/ 32933 w 1591239"/>
              <a:gd name="connsiteY2" fmla="*/ 3181849 h 3181849"/>
              <a:gd name="connsiteX3" fmla="*/ 427582 w 1591239"/>
              <a:gd name="connsiteY3" fmla="*/ 2201559 h 3181849"/>
              <a:gd name="connsiteX4" fmla="*/ 1451463 w 1591239"/>
              <a:gd name="connsiteY4" fmla="*/ 84916 h 3181849"/>
              <a:gd name="connsiteX5" fmla="*/ 1591239 w 1591239"/>
              <a:gd name="connsiteY5" fmla="*/ 0 h 3181849"/>
              <a:gd name="connsiteX0" fmla="*/ 1591239 w 1591239"/>
              <a:gd name="connsiteY0" fmla="*/ 10258 h 3192107"/>
              <a:gd name="connsiteX1" fmla="*/ 1591239 w 1591239"/>
              <a:gd name="connsiteY1" fmla="*/ 3192107 h 3192107"/>
              <a:gd name="connsiteX2" fmla="*/ 32933 w 1591239"/>
              <a:gd name="connsiteY2" fmla="*/ 3192107 h 3192107"/>
              <a:gd name="connsiteX3" fmla="*/ 427582 w 1591239"/>
              <a:gd name="connsiteY3" fmla="*/ 2211817 h 3192107"/>
              <a:gd name="connsiteX4" fmla="*/ 1591239 w 1591239"/>
              <a:gd name="connsiteY4" fmla="*/ 10258 h 3192107"/>
              <a:gd name="connsiteX0" fmla="*/ 1616804 w 1616804"/>
              <a:gd name="connsiteY0" fmla="*/ 10258 h 3192107"/>
              <a:gd name="connsiteX1" fmla="*/ 1616804 w 1616804"/>
              <a:gd name="connsiteY1" fmla="*/ 3192107 h 3192107"/>
              <a:gd name="connsiteX2" fmla="*/ 58498 w 1616804"/>
              <a:gd name="connsiteY2" fmla="*/ 3192107 h 3192107"/>
              <a:gd name="connsiteX3" fmla="*/ 453147 w 1616804"/>
              <a:gd name="connsiteY3" fmla="*/ 2211817 h 3192107"/>
              <a:gd name="connsiteX4" fmla="*/ 1616804 w 1616804"/>
              <a:gd name="connsiteY4" fmla="*/ 10258 h 3192107"/>
              <a:gd name="connsiteX0" fmla="*/ 1595354 w 1595354"/>
              <a:gd name="connsiteY0" fmla="*/ 10393 h 3192242"/>
              <a:gd name="connsiteX1" fmla="*/ 1595354 w 1595354"/>
              <a:gd name="connsiteY1" fmla="*/ 3192242 h 3192242"/>
              <a:gd name="connsiteX2" fmla="*/ 37048 w 1595354"/>
              <a:gd name="connsiteY2" fmla="*/ 3192242 h 3192242"/>
              <a:gd name="connsiteX3" fmla="*/ 431697 w 1595354"/>
              <a:gd name="connsiteY3" fmla="*/ 2211952 h 3192242"/>
              <a:gd name="connsiteX4" fmla="*/ 1595354 w 1595354"/>
              <a:gd name="connsiteY4" fmla="*/ 10393 h 3192242"/>
              <a:gd name="connsiteX0" fmla="*/ 1558306 w 1558306"/>
              <a:gd name="connsiteY0" fmla="*/ 10393 h 3192242"/>
              <a:gd name="connsiteX1" fmla="*/ 1558306 w 1558306"/>
              <a:gd name="connsiteY1" fmla="*/ 3192242 h 3192242"/>
              <a:gd name="connsiteX2" fmla="*/ 0 w 1558306"/>
              <a:gd name="connsiteY2" fmla="*/ 3192242 h 3192242"/>
              <a:gd name="connsiteX3" fmla="*/ 394649 w 1558306"/>
              <a:gd name="connsiteY3" fmla="*/ 2211952 h 3192242"/>
              <a:gd name="connsiteX4" fmla="*/ 1558306 w 1558306"/>
              <a:gd name="connsiteY4" fmla="*/ 10393 h 3192242"/>
              <a:gd name="connsiteX0" fmla="*/ 1558306 w 1558306"/>
              <a:gd name="connsiteY0" fmla="*/ 13600 h 3195449"/>
              <a:gd name="connsiteX1" fmla="*/ 1558306 w 1558306"/>
              <a:gd name="connsiteY1" fmla="*/ 3195449 h 3195449"/>
              <a:gd name="connsiteX2" fmla="*/ 0 w 1558306"/>
              <a:gd name="connsiteY2" fmla="*/ 3195449 h 3195449"/>
              <a:gd name="connsiteX3" fmla="*/ 337657 w 1558306"/>
              <a:gd name="connsiteY3" fmla="*/ 1758050 h 3195449"/>
              <a:gd name="connsiteX4" fmla="*/ 1558306 w 1558306"/>
              <a:gd name="connsiteY4" fmla="*/ 13600 h 31954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37657 w 1558306"/>
              <a:gd name="connsiteY3" fmla="*/ 1744450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8306" h="3181849">
                <a:moveTo>
                  <a:pt x="1558306" y="0"/>
                </a:moveTo>
                <a:lnTo>
                  <a:pt x="1558306" y="3181849"/>
                </a:lnTo>
                <a:lnTo>
                  <a:pt x="0" y="3181849"/>
                </a:lnTo>
                <a:cubicBezTo>
                  <a:pt x="559074" y="2664854"/>
                  <a:pt x="474375" y="2283384"/>
                  <a:pt x="430134" y="1727202"/>
                </a:cubicBezTo>
                <a:cubicBezTo>
                  <a:pt x="385893" y="1171020"/>
                  <a:pt x="566471" y="310976"/>
                  <a:pt x="1558306" y="0"/>
                </a:cubicBez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3030775">
            <a:off x="10032424" y="686329"/>
            <a:ext cx="480112" cy="480112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3030775">
            <a:off x="10162197" y="3105247"/>
            <a:ext cx="279048" cy="279048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83C0C8">
              <a:alpha val="63000"/>
            </a:srgbClr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3" name="任意多边形 32"/>
          <p:cNvSpPr/>
          <p:nvPr/>
        </p:nvSpPr>
        <p:spPr>
          <a:xfrm rot="3030775">
            <a:off x="7841834" y="4592812"/>
            <a:ext cx="160482" cy="160483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2" name="文本框 18">
            <a:extLst>
              <a:ext uri="{FF2B5EF4-FFF2-40B4-BE49-F238E27FC236}">
                <a16:creationId xmlns:a16="http://schemas.microsoft.com/office/drawing/2014/main" id="{5B9CAD51-6950-160A-1FAA-47C5432F7D4C}"/>
              </a:ext>
            </a:extLst>
          </p:cNvPr>
          <p:cNvSpPr txBox="1"/>
          <p:nvPr/>
        </p:nvSpPr>
        <p:spPr>
          <a:xfrm>
            <a:off x="503978" y="4097561"/>
            <a:ext cx="60716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b="1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Giảng viên hướng dẫn:</a:t>
            </a:r>
            <a:r>
              <a:rPr lang="vi-VN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 </a:t>
            </a:r>
            <a:r>
              <a:rPr lang="vi-VN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Nguyễn Hoàng Việt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思源黑体" panose="020B05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8">
            <a:extLst>
              <a:ext uri="{FF2B5EF4-FFF2-40B4-BE49-F238E27FC236}">
                <a16:creationId xmlns:a16="http://schemas.microsoft.com/office/drawing/2014/main" id="{DDAD1551-EE18-6678-9C88-48727D445A57}"/>
              </a:ext>
            </a:extLst>
          </p:cNvPr>
          <p:cNvSpPr txBox="1"/>
          <p:nvPr/>
        </p:nvSpPr>
        <p:spPr>
          <a:xfrm>
            <a:off x="506814" y="4673053"/>
            <a:ext cx="959850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Sinh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viên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Võ Quang Lam 	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MSSV: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0306241212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		     </a:t>
            </a: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 Phú Cường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vi-V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MSSV:</a:t>
            </a: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0306241188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		    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Dũng      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MSSV: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0306241184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	     </a:t>
            </a: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Lương Võ Khôi Hùng 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 </a:t>
            </a:r>
            <a:r>
              <a:rPr lang="vi-V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MSSV:</a:t>
            </a:r>
            <a:r>
              <a:rPr lang="vi-V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0306241201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思源黑体" panose="020B0500000000000000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102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41" grpId="0" animBg="1"/>
      <p:bldP spid="45" grpId="0" animBg="1"/>
      <p:bldP spid="42" grpId="0" animBg="1"/>
      <p:bldP spid="30" grpId="0" animBg="1"/>
      <p:bldP spid="31" grpId="0" animBg="1"/>
      <p:bldP spid="33" grpId="0" animBg="1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/>
        </p:nvSpPr>
        <p:spPr>
          <a:xfrm flipV="1">
            <a:off x="-1" y="954"/>
            <a:ext cx="6982692" cy="1723939"/>
          </a:xfrm>
          <a:custGeom>
            <a:avLst/>
            <a:gdLst>
              <a:gd name="connsiteX0" fmla="*/ 2609261 w 5218520"/>
              <a:gd name="connsiteY0" fmla="*/ 0 h 1432989"/>
              <a:gd name="connsiteX1" fmla="*/ 5157332 w 5218520"/>
              <a:gd name="connsiteY1" fmla="*/ 1333829 h 1432989"/>
              <a:gd name="connsiteX2" fmla="*/ 5218520 w 5218520"/>
              <a:gd name="connsiteY2" fmla="*/ 1432989 h 1432989"/>
              <a:gd name="connsiteX3" fmla="*/ 0 w 5218520"/>
              <a:gd name="connsiteY3" fmla="*/ 1432989 h 1432989"/>
              <a:gd name="connsiteX4" fmla="*/ 61189 w 5218520"/>
              <a:gd name="connsiteY4" fmla="*/ 1333829 h 1432989"/>
              <a:gd name="connsiteX5" fmla="*/ 2609261 w 5218520"/>
              <a:gd name="connsiteY5" fmla="*/ 0 h 143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8520" h="1432989">
                <a:moveTo>
                  <a:pt x="2609261" y="0"/>
                </a:moveTo>
                <a:cubicBezTo>
                  <a:pt x="3669947" y="0"/>
                  <a:pt x="4605115" y="529093"/>
                  <a:pt x="5157332" y="1333829"/>
                </a:cubicBezTo>
                <a:lnTo>
                  <a:pt x="5218520" y="1432989"/>
                </a:lnTo>
                <a:lnTo>
                  <a:pt x="0" y="1432989"/>
                </a:lnTo>
                <a:lnTo>
                  <a:pt x="61189" y="1333829"/>
                </a:lnTo>
                <a:cubicBezTo>
                  <a:pt x="613405" y="529093"/>
                  <a:pt x="1548574" y="0"/>
                  <a:pt x="2609261" y="0"/>
                </a:cubicBezTo>
                <a:close/>
              </a:path>
            </a:pathLst>
          </a:custGeom>
          <a:solidFill>
            <a:srgbClr val="83C0C8"/>
          </a:solidFill>
          <a:ln>
            <a:noFill/>
          </a:ln>
          <a:effectLst>
            <a:outerShdw blurRad="1905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/>
        </p:nvSpPr>
        <p:spPr>
          <a:xfrm>
            <a:off x="1" y="-1"/>
            <a:ext cx="3467820" cy="5788747"/>
          </a:xfrm>
          <a:custGeom>
            <a:avLst/>
            <a:gdLst>
              <a:gd name="connsiteX0" fmla="*/ 0 w 2805544"/>
              <a:gd name="connsiteY0" fmla="*/ 0 h 4308973"/>
              <a:gd name="connsiteX1" fmla="*/ 2539898 w 2805544"/>
              <a:gd name="connsiteY1" fmla="*/ 0 h 4308973"/>
              <a:gd name="connsiteX2" fmla="*/ 2563840 w 2805544"/>
              <a:gd name="connsiteY2" fmla="*/ 49700 h 4308973"/>
              <a:gd name="connsiteX3" fmla="*/ 2805544 w 2805544"/>
              <a:gd name="connsiteY3" fmla="*/ 1246905 h 4308973"/>
              <a:gd name="connsiteX4" fmla="*/ 44308 w 2805544"/>
              <a:gd name="connsiteY4" fmla="*/ 4306736 h 4308973"/>
              <a:gd name="connsiteX5" fmla="*/ 0 w 2805544"/>
              <a:gd name="connsiteY5" fmla="*/ 4308973 h 430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5544" h="4308973">
                <a:moveTo>
                  <a:pt x="0" y="0"/>
                </a:moveTo>
                <a:lnTo>
                  <a:pt x="2539898" y="0"/>
                </a:lnTo>
                <a:lnTo>
                  <a:pt x="2563840" y="49700"/>
                </a:lnTo>
                <a:cubicBezTo>
                  <a:pt x="2719479" y="417673"/>
                  <a:pt x="2805544" y="822238"/>
                  <a:pt x="2805544" y="1246905"/>
                </a:cubicBezTo>
                <a:cubicBezTo>
                  <a:pt x="2805544" y="2839406"/>
                  <a:pt x="1595253" y="4149229"/>
                  <a:pt x="44308" y="4306736"/>
                </a:cubicBezTo>
                <a:lnTo>
                  <a:pt x="0" y="4308973"/>
                </a:ln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905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/>
        </p:nvSpPr>
        <p:spPr>
          <a:xfrm>
            <a:off x="-1" y="1891143"/>
            <a:ext cx="2182092" cy="4966858"/>
          </a:xfrm>
          <a:custGeom>
            <a:avLst/>
            <a:gdLst>
              <a:gd name="connsiteX0" fmla="*/ 0 w 1350820"/>
              <a:gd name="connsiteY0" fmla="*/ 0 h 3065539"/>
              <a:gd name="connsiteX1" fmla="*/ 94253 w 1350820"/>
              <a:gd name="connsiteY1" fmla="*/ 34497 h 3065539"/>
              <a:gd name="connsiteX2" fmla="*/ 1350820 w 1350820"/>
              <a:gd name="connsiteY2" fmla="*/ 1930216 h 3065539"/>
              <a:gd name="connsiteX3" fmla="*/ 1078238 w 1350820"/>
              <a:gd name="connsiteY3" fmla="*/ 2954301 h 3065539"/>
              <a:gd name="connsiteX4" fmla="*/ 1008805 w 1350820"/>
              <a:gd name="connsiteY4" fmla="*/ 3065539 h 3065539"/>
              <a:gd name="connsiteX5" fmla="*/ 0 w 1350820"/>
              <a:gd name="connsiteY5" fmla="*/ 3065539 h 306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0820" h="3065539">
                <a:moveTo>
                  <a:pt x="0" y="0"/>
                </a:moveTo>
                <a:lnTo>
                  <a:pt x="94253" y="34497"/>
                </a:lnTo>
                <a:cubicBezTo>
                  <a:pt x="832685" y="346827"/>
                  <a:pt x="1350820" y="1078013"/>
                  <a:pt x="1350820" y="1930216"/>
                </a:cubicBezTo>
                <a:cubicBezTo>
                  <a:pt x="1350820" y="2303055"/>
                  <a:pt x="1251646" y="2652730"/>
                  <a:pt x="1078238" y="2954301"/>
                </a:cubicBezTo>
                <a:lnTo>
                  <a:pt x="1008805" y="3065539"/>
                </a:lnTo>
                <a:lnTo>
                  <a:pt x="0" y="3065539"/>
                </a:ln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90500"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5769978" y="1306638"/>
            <a:ext cx="5248780" cy="584775"/>
            <a:chOff x="-1017472" y="734549"/>
            <a:chExt cx="2680400" cy="713628"/>
          </a:xfrm>
        </p:grpSpPr>
        <p:sp>
          <p:nvSpPr>
            <p:cNvPr id="16" name="文本框 15"/>
            <p:cNvSpPr txBox="1"/>
            <p:nvPr/>
          </p:nvSpPr>
          <p:spPr>
            <a:xfrm>
              <a:off x="-107987" y="734549"/>
              <a:ext cx="1770915" cy="713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/ AGENDA</a:t>
              </a:r>
              <a:r>
                <a:rPr lang="zh-CN" altLang="en-US" sz="3200" b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25400" dist="25400" dir="2700000" algn="tl">
                      <a:srgbClr val="000000">
                        <a:alpha val="34000"/>
                      </a:srgbClr>
                    </a:outerShdw>
                  </a:effectLst>
                  <a:latin typeface="Times New Roman" panose="02020603050405020304" pitchFamily="18" charset="0"/>
                  <a:ea typeface="思源黑体" panose="020B0500000000000000" pitchFamily="34" charset="-122"/>
                  <a:cs typeface="Times New Roman" panose="02020603050405020304" pitchFamily="18" charset="0"/>
                </a:rPr>
                <a:t> 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-1017472" y="860166"/>
              <a:ext cx="1703951" cy="563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NỘI DUNG BÁO CÁO </a:t>
              </a:r>
              <a:endParaRPr lang="zh-CN" altLang="en-US" sz="2400" dirty="0">
                <a:solidFill>
                  <a:schemeClr val="accent1">
                    <a:lumMod val="75000"/>
                  </a:schemeClr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287688" y="2122973"/>
            <a:ext cx="8033037" cy="446726"/>
            <a:chOff x="1301281" y="2175073"/>
            <a:chExt cx="4676964" cy="446726"/>
          </a:xfrm>
          <a:effectLst>
            <a:outerShdw blurRad="101600" dist="381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19" name="对角圆角矩形 18"/>
            <p:cNvSpPr/>
            <p:nvPr/>
          </p:nvSpPr>
          <p:spPr>
            <a:xfrm>
              <a:off x="1301281" y="2198779"/>
              <a:ext cx="673155" cy="423020"/>
            </a:xfrm>
            <a:prstGeom prst="round2DiagRect">
              <a:avLst>
                <a:gd name="adj1" fmla="val 38819"/>
                <a:gd name="adj2" fmla="val 0"/>
              </a:avLst>
            </a:prstGeom>
            <a:solidFill>
              <a:srgbClr val="64A2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对角圆角矩形 19"/>
            <p:cNvSpPr/>
            <p:nvPr/>
          </p:nvSpPr>
          <p:spPr>
            <a:xfrm>
              <a:off x="2213857" y="2198779"/>
              <a:ext cx="3588578" cy="423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213857" y="2175073"/>
              <a:ext cx="2046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Lý do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chọn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tài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Mục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tiêu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931909" y="2236591"/>
              <a:ext cx="2046336" cy="282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vi-VN" sz="1100" dirty="0">
                  <a:latin typeface="+mj-lt"/>
                </a:rPr>
                <a:t>Bối cảnh lưu trữ dữ liệu cá nhân và nhu cầu bảo mật</a:t>
              </a:r>
              <a:r>
                <a:rPr lang="en-US" sz="1100" dirty="0">
                  <a:latin typeface="+mj-lt"/>
                </a:rPr>
                <a:t>.</a:t>
              </a:r>
              <a:endParaRPr lang="zh-CN" altLang="en-US" sz="1100" dirty="0">
                <a:solidFill>
                  <a:srgbClr val="64A2A4"/>
                </a:solidFill>
                <a:latin typeface="+mj-lt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320682" y="2208414"/>
              <a:ext cx="649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34000"/>
                      </a:srgbClr>
                    </a:outerShdw>
                  </a:effectLst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1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287688" y="2747978"/>
            <a:ext cx="8033037" cy="423020"/>
            <a:chOff x="1301281" y="2198779"/>
            <a:chExt cx="4676964" cy="423020"/>
          </a:xfrm>
          <a:effectLst>
            <a:outerShdw blurRad="101600" dist="381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55" name="对角圆角矩形 54"/>
            <p:cNvSpPr/>
            <p:nvPr/>
          </p:nvSpPr>
          <p:spPr>
            <a:xfrm>
              <a:off x="1301281" y="2198779"/>
              <a:ext cx="673155" cy="423020"/>
            </a:xfrm>
            <a:prstGeom prst="round2DiagRect">
              <a:avLst>
                <a:gd name="adj1" fmla="val 38819"/>
                <a:gd name="adj2" fmla="val 0"/>
              </a:avLst>
            </a:prstGeom>
            <a:solidFill>
              <a:srgbClr val="83C0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对角圆角矩形 55"/>
            <p:cNvSpPr/>
            <p:nvPr/>
          </p:nvSpPr>
          <p:spPr>
            <a:xfrm>
              <a:off x="2213857" y="2198779"/>
              <a:ext cx="3588578" cy="423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2209427" y="2215713"/>
              <a:ext cx="19849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Kiến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trúc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Công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nghệ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609453" y="2284008"/>
              <a:ext cx="2368792" cy="282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Kiến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trúc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Client - Server, React.js, Express.js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Node.js Crypto</a:t>
              </a:r>
              <a:r>
                <a:rPr lang="en-US" sz="1100" dirty="0"/>
                <a:t>.</a:t>
              </a:r>
              <a:endParaRPr lang="zh-CN" altLang="en-US" sz="1100" dirty="0">
                <a:solidFill>
                  <a:srgbClr val="64A2A4"/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320682" y="2208414"/>
              <a:ext cx="649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34000"/>
                      </a:srgbClr>
                    </a:outerShdw>
                  </a:effectLst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2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287688" y="3416078"/>
            <a:ext cx="7890419" cy="423020"/>
            <a:chOff x="1301281" y="2198779"/>
            <a:chExt cx="4593930" cy="423020"/>
          </a:xfrm>
          <a:effectLst>
            <a:outerShdw blurRad="101600" dist="381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61" name="对角圆角矩形 60"/>
            <p:cNvSpPr/>
            <p:nvPr/>
          </p:nvSpPr>
          <p:spPr>
            <a:xfrm>
              <a:off x="1301281" y="2198779"/>
              <a:ext cx="673155" cy="423020"/>
            </a:xfrm>
            <a:prstGeom prst="round2DiagRect">
              <a:avLst>
                <a:gd name="adj1" fmla="val 38819"/>
                <a:gd name="adj2" fmla="val 0"/>
              </a:avLst>
            </a:prstGeom>
            <a:solidFill>
              <a:srgbClr val="64A2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对角圆角矩形 61"/>
            <p:cNvSpPr/>
            <p:nvPr/>
          </p:nvSpPr>
          <p:spPr>
            <a:xfrm>
              <a:off x="2213857" y="2198779"/>
              <a:ext cx="3588578" cy="423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213857" y="2215713"/>
              <a:ext cx="2418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hệ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Ghi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chú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Chủ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848875" y="2288158"/>
              <a:ext cx="2046336" cy="277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 err="1">
                  <a:latin typeface="Times New Roman" panose="02020603050405020304" pitchFamily="18" charset="0"/>
                  <a:ea typeface="思源黑体" panose="020B0500000000000000" pitchFamily="34" charset="-122"/>
                  <a:cs typeface="Times New Roman" panose="02020603050405020304" pitchFamily="18" charset="0"/>
                </a:rPr>
                <a:t>T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ổ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chức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Topic, slug URL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thao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tác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CRUD.</a:t>
              </a:r>
              <a:endParaRPr lang="zh-CN" altLang="en-US" sz="1100" dirty="0"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320682" y="2208414"/>
              <a:ext cx="649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34000"/>
                      </a:srgbClr>
                    </a:outerShdw>
                  </a:effectLst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3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3287688" y="4091615"/>
            <a:ext cx="7890420" cy="423020"/>
            <a:chOff x="1301281" y="2198779"/>
            <a:chExt cx="4593930" cy="423020"/>
          </a:xfrm>
          <a:effectLst>
            <a:outerShdw blurRad="101600" dist="381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67" name="对角圆角矩形 66"/>
            <p:cNvSpPr/>
            <p:nvPr/>
          </p:nvSpPr>
          <p:spPr>
            <a:xfrm>
              <a:off x="1301281" y="2198779"/>
              <a:ext cx="673155" cy="423020"/>
            </a:xfrm>
            <a:prstGeom prst="round2DiagRect">
              <a:avLst>
                <a:gd name="adj1" fmla="val 38819"/>
                <a:gd name="adj2" fmla="val 0"/>
              </a:avLst>
            </a:prstGeom>
            <a:solidFill>
              <a:srgbClr val="83C0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对角圆角矩形 67"/>
            <p:cNvSpPr/>
            <p:nvPr/>
          </p:nvSpPr>
          <p:spPr>
            <a:xfrm>
              <a:off x="2213857" y="2198779"/>
              <a:ext cx="3588578" cy="423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209427" y="2215713"/>
              <a:ext cx="242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>
                  <a:latin typeface="+mj-lt"/>
                </a:rPr>
                <a:t>Phân hệ Riêng tư &amp; Mã hóa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+mj-lt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848875" y="2293602"/>
              <a:ext cx="2046336" cy="277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Xác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thực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Session,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mã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hóa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dữ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liệu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Crypto Module.</a:t>
              </a:r>
              <a:endParaRPr lang="zh-CN" altLang="en-US" sz="1100" dirty="0">
                <a:solidFill>
                  <a:srgbClr val="64A2A4"/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320682" y="2208414"/>
              <a:ext cx="649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34000"/>
                      </a:srgbClr>
                    </a:outerShdw>
                  </a:effectLst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4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3287688" y="4735228"/>
            <a:ext cx="8033036" cy="423020"/>
            <a:chOff x="1301281" y="2198779"/>
            <a:chExt cx="4671049" cy="423020"/>
          </a:xfrm>
          <a:effectLst>
            <a:outerShdw blurRad="101600" dist="381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73" name="对角圆角矩形 72"/>
            <p:cNvSpPr/>
            <p:nvPr/>
          </p:nvSpPr>
          <p:spPr>
            <a:xfrm>
              <a:off x="1301281" y="2198779"/>
              <a:ext cx="673155" cy="423020"/>
            </a:xfrm>
            <a:prstGeom prst="round2DiagRect">
              <a:avLst>
                <a:gd name="adj1" fmla="val 38819"/>
                <a:gd name="adj2" fmla="val 0"/>
              </a:avLst>
            </a:prstGeom>
            <a:solidFill>
              <a:srgbClr val="64A2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对角圆角矩形 73"/>
            <p:cNvSpPr/>
            <p:nvPr/>
          </p:nvSpPr>
          <p:spPr>
            <a:xfrm>
              <a:off x="2213857" y="2198779"/>
              <a:ext cx="3588578" cy="423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2209427" y="2215713"/>
              <a:ext cx="24231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Cấu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trúc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Dữ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liệu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JSON Store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3925994" y="2264415"/>
              <a:ext cx="2046336" cy="282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vi-VN" sz="1100" dirty="0">
                  <a:latin typeface="+mj-lt"/>
                </a:rPr>
                <a:t>Cơ chế lưu trữ đĩa, quản lý file cho từng người dùng. </a:t>
              </a:r>
              <a:endParaRPr lang="zh-CN" altLang="en-US" sz="1100" dirty="0">
                <a:solidFill>
                  <a:srgbClr val="64A2A4"/>
                </a:solidFill>
                <a:latin typeface="+mj-lt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320682" y="2208414"/>
              <a:ext cx="649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34000"/>
                      </a:srgbClr>
                    </a:outerShdw>
                  </a:effectLst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5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6" name="椭圆 85"/>
          <p:cNvSpPr/>
          <p:nvPr/>
        </p:nvSpPr>
        <p:spPr>
          <a:xfrm>
            <a:off x="11533961" y="516641"/>
            <a:ext cx="203451" cy="203451"/>
          </a:xfrm>
          <a:prstGeom prst="ellipse">
            <a:avLst/>
          </a:prstGeom>
          <a:solidFill>
            <a:srgbClr val="64A2A4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3071664" y="5157193"/>
            <a:ext cx="216024" cy="216024"/>
          </a:xfrm>
          <a:prstGeom prst="ellipse">
            <a:avLst/>
          </a:prstGeom>
          <a:solidFill>
            <a:srgbClr val="83C0C8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65">
            <a:extLst>
              <a:ext uri="{FF2B5EF4-FFF2-40B4-BE49-F238E27FC236}">
                <a16:creationId xmlns:a16="http://schemas.microsoft.com/office/drawing/2014/main" id="{1FAEE66E-07ED-71CF-B129-A308DDF0404D}"/>
              </a:ext>
            </a:extLst>
          </p:cNvPr>
          <p:cNvGrpSpPr/>
          <p:nvPr/>
        </p:nvGrpSpPr>
        <p:grpSpPr>
          <a:xfrm>
            <a:off x="3287688" y="5376233"/>
            <a:ext cx="7731070" cy="423020"/>
            <a:chOff x="1301281" y="2198779"/>
            <a:chExt cx="4501154" cy="423020"/>
          </a:xfrm>
          <a:effectLst>
            <a:outerShdw blurRad="101600" dist="381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3" name="对角圆角矩形 66">
              <a:extLst>
                <a:ext uri="{FF2B5EF4-FFF2-40B4-BE49-F238E27FC236}">
                  <a16:creationId xmlns:a16="http://schemas.microsoft.com/office/drawing/2014/main" id="{428CFE9D-56F6-FFFB-2FA5-82505B83CD94}"/>
                </a:ext>
              </a:extLst>
            </p:cNvPr>
            <p:cNvSpPr/>
            <p:nvPr/>
          </p:nvSpPr>
          <p:spPr>
            <a:xfrm>
              <a:off x="1301281" y="2198779"/>
              <a:ext cx="673155" cy="423020"/>
            </a:xfrm>
            <a:prstGeom prst="round2DiagRect">
              <a:avLst>
                <a:gd name="adj1" fmla="val 38819"/>
                <a:gd name="adj2" fmla="val 0"/>
              </a:avLst>
            </a:prstGeom>
            <a:solidFill>
              <a:srgbClr val="83C0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对角圆角矩形 67">
              <a:extLst>
                <a:ext uri="{FF2B5EF4-FFF2-40B4-BE49-F238E27FC236}">
                  <a16:creationId xmlns:a16="http://schemas.microsoft.com/office/drawing/2014/main" id="{41DE825F-01D4-367B-6D23-A81573BC5EA8}"/>
                </a:ext>
              </a:extLst>
            </p:cNvPr>
            <p:cNvSpPr/>
            <p:nvPr/>
          </p:nvSpPr>
          <p:spPr>
            <a:xfrm>
              <a:off x="2213857" y="2198779"/>
              <a:ext cx="3588578" cy="423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68">
              <a:extLst>
                <a:ext uri="{FF2B5EF4-FFF2-40B4-BE49-F238E27FC236}">
                  <a16:creationId xmlns:a16="http://schemas.microsoft.com/office/drawing/2014/main" id="{6F71E514-7FA3-99F0-E701-79BCD3BCACFA}"/>
                </a:ext>
              </a:extLst>
            </p:cNvPr>
            <p:cNvSpPr txBox="1"/>
            <p:nvPr/>
          </p:nvSpPr>
          <p:spPr>
            <a:xfrm>
              <a:off x="2213857" y="2215713"/>
              <a:ext cx="2418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thử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&amp;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Đánh</a:t>
              </a:r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giá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69">
              <a:extLst>
                <a:ext uri="{FF2B5EF4-FFF2-40B4-BE49-F238E27FC236}">
                  <a16:creationId xmlns:a16="http://schemas.microsoft.com/office/drawing/2014/main" id="{328B46A0-F265-41AE-3E75-E95192946903}"/>
                </a:ext>
              </a:extLst>
            </p:cNvPr>
            <p:cNvSpPr txBox="1"/>
            <p:nvPr/>
          </p:nvSpPr>
          <p:spPr>
            <a:xfrm>
              <a:off x="3561421" y="2262315"/>
              <a:ext cx="2046336" cy="277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kịch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bản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test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chức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ngoại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lệ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bảo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1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mật</a:t>
              </a:r>
              <a:r>
                <a:rPr lang="en-US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1100" dirty="0">
                <a:solidFill>
                  <a:srgbClr val="64A2A4"/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70">
              <a:extLst>
                <a:ext uri="{FF2B5EF4-FFF2-40B4-BE49-F238E27FC236}">
                  <a16:creationId xmlns:a16="http://schemas.microsoft.com/office/drawing/2014/main" id="{39205344-5238-6A69-6F87-19EB19DBA9DA}"/>
                </a:ext>
              </a:extLst>
            </p:cNvPr>
            <p:cNvSpPr txBox="1"/>
            <p:nvPr/>
          </p:nvSpPr>
          <p:spPr>
            <a:xfrm>
              <a:off x="1320682" y="2208414"/>
              <a:ext cx="649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34000"/>
                      </a:srgbClr>
                    </a:outerShdw>
                  </a:effectLst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6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组合 71">
            <a:extLst>
              <a:ext uri="{FF2B5EF4-FFF2-40B4-BE49-F238E27FC236}">
                <a16:creationId xmlns:a16="http://schemas.microsoft.com/office/drawing/2014/main" id="{C87F7EC9-7143-1FAF-D5FD-AB8870C06FA7}"/>
              </a:ext>
            </a:extLst>
          </p:cNvPr>
          <p:cNvGrpSpPr/>
          <p:nvPr/>
        </p:nvGrpSpPr>
        <p:grpSpPr>
          <a:xfrm>
            <a:off x="3287688" y="6023214"/>
            <a:ext cx="8033036" cy="423020"/>
            <a:chOff x="1301281" y="2198779"/>
            <a:chExt cx="4676964" cy="423020"/>
          </a:xfrm>
          <a:effectLst>
            <a:outerShdw blurRad="101600" dist="38100" dir="2700000" algn="tl" rotWithShape="0">
              <a:prstClr val="black">
                <a:alpha val="5000"/>
              </a:prstClr>
            </a:outerShdw>
          </a:effectLst>
        </p:grpSpPr>
        <p:sp>
          <p:nvSpPr>
            <p:cNvPr id="10" name="对角圆角矩形 72">
              <a:extLst>
                <a:ext uri="{FF2B5EF4-FFF2-40B4-BE49-F238E27FC236}">
                  <a16:creationId xmlns:a16="http://schemas.microsoft.com/office/drawing/2014/main" id="{B27B7A9C-981A-8C13-2269-DDD2C13D1E6A}"/>
                </a:ext>
              </a:extLst>
            </p:cNvPr>
            <p:cNvSpPr/>
            <p:nvPr/>
          </p:nvSpPr>
          <p:spPr>
            <a:xfrm>
              <a:off x="1301281" y="2198779"/>
              <a:ext cx="673155" cy="423020"/>
            </a:xfrm>
            <a:prstGeom prst="round2DiagRect">
              <a:avLst>
                <a:gd name="adj1" fmla="val 38819"/>
                <a:gd name="adj2" fmla="val 0"/>
              </a:avLst>
            </a:prstGeom>
            <a:solidFill>
              <a:srgbClr val="64A2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对角圆角矩形 73">
              <a:extLst>
                <a:ext uri="{FF2B5EF4-FFF2-40B4-BE49-F238E27FC236}">
                  <a16:creationId xmlns:a16="http://schemas.microsoft.com/office/drawing/2014/main" id="{F1E06F4C-05E6-A0BD-0335-2B73DF3765BB}"/>
                </a:ext>
              </a:extLst>
            </p:cNvPr>
            <p:cNvSpPr/>
            <p:nvPr/>
          </p:nvSpPr>
          <p:spPr>
            <a:xfrm>
              <a:off x="2213857" y="2198779"/>
              <a:ext cx="3588578" cy="4230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74">
              <a:extLst>
                <a:ext uri="{FF2B5EF4-FFF2-40B4-BE49-F238E27FC236}">
                  <a16:creationId xmlns:a16="http://schemas.microsoft.com/office/drawing/2014/main" id="{3DFA6836-8311-29F8-76D8-229C8F6B493F}"/>
                </a:ext>
              </a:extLst>
            </p:cNvPr>
            <p:cNvSpPr txBox="1"/>
            <p:nvPr/>
          </p:nvSpPr>
          <p:spPr>
            <a:xfrm>
              <a:off x="2213857" y="2215713"/>
              <a:ext cx="2418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Kết luận &amp; Hướng phát triển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25400" dist="254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文本框 75">
              <a:extLst>
                <a:ext uri="{FF2B5EF4-FFF2-40B4-BE49-F238E27FC236}">
                  <a16:creationId xmlns:a16="http://schemas.microsoft.com/office/drawing/2014/main" id="{52FA222E-73DD-C2A5-96C6-049DBCDCB9C1}"/>
                </a:ext>
              </a:extLst>
            </p:cNvPr>
            <p:cNvSpPr txBox="1"/>
            <p:nvPr/>
          </p:nvSpPr>
          <p:spPr>
            <a:xfrm>
              <a:off x="3931909" y="2259186"/>
              <a:ext cx="2046336" cy="282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vi-VN" sz="1100" dirty="0">
                  <a:latin typeface="+mj-lt"/>
                </a:rPr>
                <a:t>Đánh giá tổng quan và định hướng nâng cấp hệ thống.</a:t>
              </a:r>
              <a:endParaRPr lang="zh-CN" altLang="en-US" sz="1100" dirty="0">
                <a:solidFill>
                  <a:srgbClr val="64A2A4"/>
                </a:solidFill>
                <a:latin typeface="+mj-lt"/>
                <a:ea typeface="思源黑体" panose="020B0500000000000000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76">
              <a:extLst>
                <a:ext uri="{FF2B5EF4-FFF2-40B4-BE49-F238E27FC236}">
                  <a16:creationId xmlns:a16="http://schemas.microsoft.com/office/drawing/2014/main" id="{9D6A9E8F-7418-34BC-E5B8-71449EBA30EB}"/>
                </a:ext>
              </a:extLst>
            </p:cNvPr>
            <p:cNvSpPr txBox="1"/>
            <p:nvPr/>
          </p:nvSpPr>
          <p:spPr>
            <a:xfrm>
              <a:off x="1320682" y="2208414"/>
              <a:ext cx="649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effectLst>
                    <a:outerShdw blurRad="25400" dist="25400" dir="2700000" algn="tl">
                      <a:srgbClr val="000000">
                        <a:alpha val="34000"/>
                      </a:srgbClr>
                    </a:outerShdw>
                  </a:effectLst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7</a:t>
              </a:r>
              <a:endParaRPr lang="zh-CN" altLang="en-US" sz="2000" b="1" dirty="0">
                <a:solidFill>
                  <a:schemeClr val="bg1"/>
                </a:solidFill>
                <a:effectLst>
                  <a:outerShdw blurRad="25400" dist="25400" dir="2700000" algn="tl">
                    <a:srgbClr val="000000">
                      <a:alpha val="34000"/>
                    </a:srgbClr>
                  </a:outerShdw>
                </a:effectLst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984226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50"/>
                            </p:stCondLst>
                            <p:childTnLst>
                              <p:par>
                                <p:cTn id="3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25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50"/>
                            </p:stCondLst>
                            <p:childTnLst>
                              <p:par>
                                <p:cTn id="5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5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750"/>
                            </p:stCondLst>
                            <p:childTnLst>
                              <p:par>
                                <p:cTn id="6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8" grpId="0" animBg="1"/>
      <p:bldP spid="13" grpId="0" animBg="1"/>
      <p:bldP spid="86" grpId="0" animBg="1"/>
      <p:bldP spid="8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95282" y="1707501"/>
            <a:ext cx="11215861" cy="4497351"/>
            <a:chOff x="828230" y="1620946"/>
            <a:chExt cx="10535540" cy="4224554"/>
          </a:xfrm>
        </p:grpSpPr>
        <p:sp>
          <p:nvSpPr>
            <p:cNvPr id="6" name="矩形: 圆顶角 47">
              <a:extLst>
                <a:ext uri="{FF2B5EF4-FFF2-40B4-BE49-F238E27FC236}">
                  <a16:creationId xmlns:a16="http://schemas.microsoft.com/office/drawing/2014/main" id="{5AF1FABF-7A4B-8203-2FD6-4E146BD2F559}"/>
                </a:ext>
              </a:extLst>
            </p:cNvPr>
            <p:cNvSpPr/>
            <p:nvPr/>
          </p:nvSpPr>
          <p:spPr>
            <a:xfrm rot="16200000">
              <a:off x="653423" y="1795753"/>
              <a:ext cx="1910081" cy="1560467"/>
            </a:xfrm>
            <a:prstGeom prst="round2SameRect">
              <a:avLst>
                <a:gd name="adj1" fmla="val 7773"/>
                <a:gd name="adj2" fmla="val 0"/>
              </a:avLst>
            </a:prstGeom>
            <a:solidFill>
              <a:srgbClr val="64A2A4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AC177DF-60B9-25BF-46A0-61C591FE4CD8}"/>
                </a:ext>
              </a:extLst>
            </p:cNvPr>
            <p:cNvSpPr txBox="1"/>
            <p:nvPr/>
          </p:nvSpPr>
          <p:spPr>
            <a:xfrm>
              <a:off x="921366" y="2062333"/>
              <a:ext cx="1374192" cy="943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Đặt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vấn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sp>
          <p:nvSpPr>
            <p:cNvPr id="8" name="矩形: 圆角 19">
              <a:extLst>
                <a:ext uri="{FF2B5EF4-FFF2-40B4-BE49-F238E27FC236}">
                  <a16:creationId xmlns:a16="http://schemas.microsoft.com/office/drawing/2014/main" id="{66DC2CC9-F58A-6168-6D17-D6FB04A4A20B}"/>
                </a:ext>
              </a:extLst>
            </p:cNvPr>
            <p:cNvSpPr/>
            <p:nvPr/>
          </p:nvSpPr>
          <p:spPr>
            <a:xfrm>
              <a:off x="2579541" y="1620946"/>
              <a:ext cx="4298229" cy="1910080"/>
            </a:xfrm>
            <a:custGeom>
              <a:avLst/>
              <a:gdLst>
                <a:gd name="connsiteX0" fmla="*/ 108000 w 4368365"/>
                <a:gd name="connsiteY0" fmla="*/ 0 h 1910080"/>
                <a:gd name="connsiteX1" fmla="*/ 4260365 w 4368365"/>
                <a:gd name="connsiteY1" fmla="*/ 0 h 1910080"/>
                <a:gd name="connsiteX2" fmla="*/ 4368365 w 4368365"/>
                <a:gd name="connsiteY2" fmla="*/ 108000 h 1910080"/>
                <a:gd name="connsiteX3" fmla="*/ 4368365 w 4368365"/>
                <a:gd name="connsiteY3" fmla="*/ 1802080 h 1910080"/>
                <a:gd name="connsiteX4" fmla="*/ 4260365 w 4368365"/>
                <a:gd name="connsiteY4" fmla="*/ 1910080 h 1910080"/>
                <a:gd name="connsiteX5" fmla="*/ 108000 w 4368365"/>
                <a:gd name="connsiteY5" fmla="*/ 1910080 h 1910080"/>
                <a:gd name="connsiteX6" fmla="*/ 0 w 4368365"/>
                <a:gd name="connsiteY6" fmla="*/ 1802080 h 1910080"/>
                <a:gd name="connsiteX7" fmla="*/ 0 w 4368365"/>
                <a:gd name="connsiteY7" fmla="*/ 108000 h 1910080"/>
                <a:gd name="connsiteX8" fmla="*/ 108000 w 4368365"/>
                <a:gd name="connsiteY8" fmla="*/ 0 h 191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8365" h="1910080">
                  <a:moveTo>
                    <a:pt x="108000" y="0"/>
                  </a:moveTo>
                  <a:lnTo>
                    <a:pt x="4260365" y="0"/>
                  </a:lnTo>
                  <a:cubicBezTo>
                    <a:pt x="4319981" y="0"/>
                    <a:pt x="4368365" y="48384"/>
                    <a:pt x="4368365" y="108000"/>
                  </a:cubicBezTo>
                  <a:lnTo>
                    <a:pt x="4368365" y="1802080"/>
                  </a:lnTo>
                  <a:cubicBezTo>
                    <a:pt x="4368365" y="1861696"/>
                    <a:pt x="4319981" y="1910080"/>
                    <a:pt x="4260365" y="1910080"/>
                  </a:cubicBezTo>
                  <a:lnTo>
                    <a:pt x="108000" y="1910080"/>
                  </a:lnTo>
                  <a:cubicBezTo>
                    <a:pt x="48384" y="1910080"/>
                    <a:pt x="0" y="1861696"/>
                    <a:pt x="0" y="1802080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0" name="矩形: 圆角 19">
              <a:extLst>
                <a:ext uri="{FF2B5EF4-FFF2-40B4-BE49-F238E27FC236}">
                  <a16:creationId xmlns:a16="http://schemas.microsoft.com/office/drawing/2014/main" id="{CB6C9442-D67A-3946-8EA5-F71BB2350074}"/>
                </a:ext>
              </a:extLst>
            </p:cNvPr>
            <p:cNvSpPr/>
            <p:nvPr/>
          </p:nvSpPr>
          <p:spPr>
            <a:xfrm>
              <a:off x="7065541" y="1620946"/>
              <a:ext cx="4298229" cy="1910080"/>
            </a:xfrm>
            <a:custGeom>
              <a:avLst/>
              <a:gdLst>
                <a:gd name="connsiteX0" fmla="*/ 108000 w 4368365"/>
                <a:gd name="connsiteY0" fmla="*/ 0 h 1910080"/>
                <a:gd name="connsiteX1" fmla="*/ 4260365 w 4368365"/>
                <a:gd name="connsiteY1" fmla="*/ 0 h 1910080"/>
                <a:gd name="connsiteX2" fmla="*/ 4368365 w 4368365"/>
                <a:gd name="connsiteY2" fmla="*/ 108000 h 1910080"/>
                <a:gd name="connsiteX3" fmla="*/ 4368365 w 4368365"/>
                <a:gd name="connsiteY3" fmla="*/ 1802080 h 1910080"/>
                <a:gd name="connsiteX4" fmla="*/ 4260365 w 4368365"/>
                <a:gd name="connsiteY4" fmla="*/ 1910080 h 1910080"/>
                <a:gd name="connsiteX5" fmla="*/ 108000 w 4368365"/>
                <a:gd name="connsiteY5" fmla="*/ 1910080 h 1910080"/>
                <a:gd name="connsiteX6" fmla="*/ 0 w 4368365"/>
                <a:gd name="connsiteY6" fmla="*/ 1802080 h 1910080"/>
                <a:gd name="connsiteX7" fmla="*/ 0 w 4368365"/>
                <a:gd name="connsiteY7" fmla="*/ 108000 h 1910080"/>
                <a:gd name="connsiteX8" fmla="*/ 108000 w 4368365"/>
                <a:gd name="connsiteY8" fmla="*/ 0 h 191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8365" h="1910080">
                  <a:moveTo>
                    <a:pt x="108000" y="0"/>
                  </a:moveTo>
                  <a:lnTo>
                    <a:pt x="4260365" y="0"/>
                  </a:lnTo>
                  <a:cubicBezTo>
                    <a:pt x="4319981" y="0"/>
                    <a:pt x="4368365" y="48384"/>
                    <a:pt x="4368365" y="108000"/>
                  </a:cubicBezTo>
                  <a:lnTo>
                    <a:pt x="4368365" y="1802080"/>
                  </a:lnTo>
                  <a:cubicBezTo>
                    <a:pt x="4368365" y="1861696"/>
                    <a:pt x="4319981" y="1910080"/>
                    <a:pt x="4260365" y="1910080"/>
                  </a:cubicBezTo>
                  <a:lnTo>
                    <a:pt x="108000" y="1910080"/>
                  </a:lnTo>
                  <a:cubicBezTo>
                    <a:pt x="48384" y="1910080"/>
                    <a:pt x="0" y="1861696"/>
                    <a:pt x="0" y="1802080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矩形: 圆顶角 63">
              <a:extLst>
                <a:ext uri="{FF2B5EF4-FFF2-40B4-BE49-F238E27FC236}">
                  <a16:creationId xmlns:a16="http://schemas.microsoft.com/office/drawing/2014/main" id="{EA600534-0CF4-22CF-D734-41138A20F5F1}"/>
                </a:ext>
              </a:extLst>
            </p:cNvPr>
            <p:cNvSpPr/>
            <p:nvPr/>
          </p:nvSpPr>
          <p:spPr>
            <a:xfrm rot="16200000">
              <a:off x="653423" y="4110226"/>
              <a:ext cx="1910081" cy="1560467"/>
            </a:xfrm>
            <a:prstGeom prst="round2SameRect">
              <a:avLst>
                <a:gd name="adj1" fmla="val 7773"/>
                <a:gd name="adj2" fmla="val 0"/>
              </a:avLst>
            </a:prstGeom>
            <a:solidFill>
              <a:srgbClr val="83C0C8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A220E36-8CC1-A8B3-9B40-125FF53DBC1D}"/>
                </a:ext>
              </a:extLst>
            </p:cNvPr>
            <p:cNvSpPr txBox="1"/>
            <p:nvPr/>
          </p:nvSpPr>
          <p:spPr>
            <a:xfrm>
              <a:off x="900685" y="4267282"/>
              <a:ext cx="1415555" cy="943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30000"/>
                </a:lnSpc>
                <a:defRPr/>
              </a:pP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Giải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pháp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</a:t>
              </a:r>
              <a:r>
                <a:rPr 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xuất</a:t>
              </a:r>
              <a:endParaRPr lang="en-US" altLang="zh-CN" sz="2400" b="1" dirty="0">
                <a:solidFill>
                  <a:prstClr val="white"/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sp>
          <p:nvSpPr>
            <p:cNvPr id="14" name="矩形: 圆角 19">
              <a:extLst>
                <a:ext uri="{FF2B5EF4-FFF2-40B4-BE49-F238E27FC236}">
                  <a16:creationId xmlns:a16="http://schemas.microsoft.com/office/drawing/2014/main" id="{2D525DD6-E796-5CF7-8F58-FEB0FB38A694}"/>
                </a:ext>
              </a:extLst>
            </p:cNvPr>
            <p:cNvSpPr/>
            <p:nvPr/>
          </p:nvSpPr>
          <p:spPr>
            <a:xfrm>
              <a:off x="2579541" y="3935419"/>
              <a:ext cx="4298229" cy="1910080"/>
            </a:xfrm>
            <a:custGeom>
              <a:avLst/>
              <a:gdLst>
                <a:gd name="connsiteX0" fmla="*/ 108000 w 4368365"/>
                <a:gd name="connsiteY0" fmla="*/ 0 h 1910080"/>
                <a:gd name="connsiteX1" fmla="*/ 4260365 w 4368365"/>
                <a:gd name="connsiteY1" fmla="*/ 0 h 1910080"/>
                <a:gd name="connsiteX2" fmla="*/ 4368365 w 4368365"/>
                <a:gd name="connsiteY2" fmla="*/ 108000 h 1910080"/>
                <a:gd name="connsiteX3" fmla="*/ 4368365 w 4368365"/>
                <a:gd name="connsiteY3" fmla="*/ 1802080 h 1910080"/>
                <a:gd name="connsiteX4" fmla="*/ 4260365 w 4368365"/>
                <a:gd name="connsiteY4" fmla="*/ 1910080 h 1910080"/>
                <a:gd name="connsiteX5" fmla="*/ 108000 w 4368365"/>
                <a:gd name="connsiteY5" fmla="*/ 1910080 h 1910080"/>
                <a:gd name="connsiteX6" fmla="*/ 0 w 4368365"/>
                <a:gd name="connsiteY6" fmla="*/ 1802080 h 1910080"/>
                <a:gd name="connsiteX7" fmla="*/ 0 w 4368365"/>
                <a:gd name="connsiteY7" fmla="*/ 108000 h 1910080"/>
                <a:gd name="connsiteX8" fmla="*/ 108000 w 4368365"/>
                <a:gd name="connsiteY8" fmla="*/ 0 h 191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8365" h="1910080">
                  <a:moveTo>
                    <a:pt x="108000" y="0"/>
                  </a:moveTo>
                  <a:lnTo>
                    <a:pt x="4260365" y="0"/>
                  </a:lnTo>
                  <a:cubicBezTo>
                    <a:pt x="4319981" y="0"/>
                    <a:pt x="4368365" y="48384"/>
                    <a:pt x="4368365" y="108000"/>
                  </a:cubicBezTo>
                  <a:lnTo>
                    <a:pt x="4368365" y="1802080"/>
                  </a:lnTo>
                  <a:cubicBezTo>
                    <a:pt x="4368365" y="1861696"/>
                    <a:pt x="4319981" y="1910080"/>
                    <a:pt x="4260365" y="1910080"/>
                  </a:cubicBezTo>
                  <a:lnTo>
                    <a:pt x="108000" y="1910080"/>
                  </a:lnTo>
                  <a:cubicBezTo>
                    <a:pt x="48384" y="1910080"/>
                    <a:pt x="0" y="1861696"/>
                    <a:pt x="0" y="1802080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6" name="矩形: 圆角 19">
              <a:extLst>
                <a:ext uri="{FF2B5EF4-FFF2-40B4-BE49-F238E27FC236}">
                  <a16:creationId xmlns:a16="http://schemas.microsoft.com/office/drawing/2014/main" id="{D1EAA79E-32F3-E3B0-048C-FECDF52546CD}"/>
                </a:ext>
              </a:extLst>
            </p:cNvPr>
            <p:cNvSpPr/>
            <p:nvPr/>
          </p:nvSpPr>
          <p:spPr>
            <a:xfrm>
              <a:off x="7065541" y="3935419"/>
              <a:ext cx="4298229" cy="1910080"/>
            </a:xfrm>
            <a:custGeom>
              <a:avLst/>
              <a:gdLst>
                <a:gd name="connsiteX0" fmla="*/ 108000 w 4368365"/>
                <a:gd name="connsiteY0" fmla="*/ 0 h 1910080"/>
                <a:gd name="connsiteX1" fmla="*/ 4260365 w 4368365"/>
                <a:gd name="connsiteY1" fmla="*/ 0 h 1910080"/>
                <a:gd name="connsiteX2" fmla="*/ 4368365 w 4368365"/>
                <a:gd name="connsiteY2" fmla="*/ 108000 h 1910080"/>
                <a:gd name="connsiteX3" fmla="*/ 4368365 w 4368365"/>
                <a:gd name="connsiteY3" fmla="*/ 1802080 h 1910080"/>
                <a:gd name="connsiteX4" fmla="*/ 4260365 w 4368365"/>
                <a:gd name="connsiteY4" fmla="*/ 1910080 h 1910080"/>
                <a:gd name="connsiteX5" fmla="*/ 108000 w 4368365"/>
                <a:gd name="connsiteY5" fmla="*/ 1910080 h 1910080"/>
                <a:gd name="connsiteX6" fmla="*/ 0 w 4368365"/>
                <a:gd name="connsiteY6" fmla="*/ 1802080 h 1910080"/>
                <a:gd name="connsiteX7" fmla="*/ 0 w 4368365"/>
                <a:gd name="connsiteY7" fmla="*/ 108000 h 1910080"/>
                <a:gd name="connsiteX8" fmla="*/ 108000 w 4368365"/>
                <a:gd name="connsiteY8" fmla="*/ 0 h 1910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68365" h="1910080">
                  <a:moveTo>
                    <a:pt x="108000" y="0"/>
                  </a:moveTo>
                  <a:lnTo>
                    <a:pt x="4260365" y="0"/>
                  </a:lnTo>
                  <a:cubicBezTo>
                    <a:pt x="4319981" y="0"/>
                    <a:pt x="4368365" y="48384"/>
                    <a:pt x="4368365" y="108000"/>
                  </a:cubicBezTo>
                  <a:lnTo>
                    <a:pt x="4368365" y="1802080"/>
                  </a:lnTo>
                  <a:cubicBezTo>
                    <a:pt x="4368365" y="1861696"/>
                    <a:pt x="4319981" y="1910080"/>
                    <a:pt x="4260365" y="1910080"/>
                  </a:cubicBezTo>
                  <a:lnTo>
                    <a:pt x="108000" y="1910080"/>
                  </a:lnTo>
                  <a:cubicBezTo>
                    <a:pt x="48384" y="1910080"/>
                    <a:pt x="0" y="1861696"/>
                    <a:pt x="0" y="1802080"/>
                  </a:cubicBezTo>
                  <a:lnTo>
                    <a:pt x="0" y="108000"/>
                  </a:lnTo>
                  <a:cubicBezTo>
                    <a:pt x="0" y="48384"/>
                    <a:pt x="48384" y="0"/>
                    <a:pt x="1080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90500" dist="381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056D299-8DB2-7214-D0FB-70711248A5A6}"/>
                </a:ext>
              </a:extLst>
            </p:cNvPr>
            <p:cNvSpPr txBox="1"/>
            <p:nvPr/>
          </p:nvSpPr>
          <p:spPr>
            <a:xfrm>
              <a:off x="2747518" y="2152983"/>
              <a:ext cx="3873254" cy="867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vi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Nhu cầu lưu trữ công việc, học tập và ý tưởng cá nhân trên môi trường số ngày càng cao.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sp>
          <p:nvSpPr>
            <p:cNvPr id="20" name="矩形: 圆角 61">
              <a:extLst>
                <a:ext uri="{FF2B5EF4-FFF2-40B4-BE49-F238E27FC236}">
                  <a16:creationId xmlns:a16="http://schemas.microsoft.com/office/drawing/2014/main" id="{40B8DBFC-B2C8-7FC7-C9C9-E0E522096B55}"/>
                </a:ext>
              </a:extLst>
            </p:cNvPr>
            <p:cNvSpPr/>
            <p:nvPr/>
          </p:nvSpPr>
          <p:spPr>
            <a:xfrm>
              <a:off x="2693326" y="1741820"/>
              <a:ext cx="353481" cy="353481"/>
            </a:xfrm>
            <a:prstGeom prst="roundRect">
              <a:avLst/>
            </a:prstGeom>
            <a:solidFill>
              <a:srgbClr val="64A2A4"/>
            </a:solidFill>
            <a:ln>
              <a:noFill/>
            </a:ln>
            <a:effectLst>
              <a:outerShdw blurRad="203200" dist="127000" dir="5400000" sx="87000" sy="87000" algn="t" rotWithShape="0">
                <a:srgbClr val="64A2A4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/>
              <a:endParaRPr lang="zh-CN" altLang="en-US" sz="1652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102F0BE-C2E8-43B7-01BD-6603774B3050}"/>
                </a:ext>
              </a:extLst>
            </p:cNvPr>
            <p:cNvSpPr txBox="1"/>
            <p:nvPr/>
          </p:nvSpPr>
          <p:spPr>
            <a:xfrm>
              <a:off x="7356063" y="2095300"/>
              <a:ext cx="3940087" cy="11275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vi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 ứng dụng thông thường chưa phân biệt rõ ràng giữa thông tin công khai và thông tin nhạy cảm (mật khẩu, tài khoản, ghi chú riêng).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矩形: 圆角 59">
              <a:extLst>
                <a:ext uri="{FF2B5EF4-FFF2-40B4-BE49-F238E27FC236}">
                  <a16:creationId xmlns:a16="http://schemas.microsoft.com/office/drawing/2014/main" id="{E36BEB30-2AC4-A467-559F-E7103CFE7CE7}"/>
                </a:ext>
              </a:extLst>
            </p:cNvPr>
            <p:cNvSpPr/>
            <p:nvPr/>
          </p:nvSpPr>
          <p:spPr>
            <a:xfrm>
              <a:off x="7179326" y="1741820"/>
              <a:ext cx="353481" cy="353481"/>
            </a:xfrm>
            <a:prstGeom prst="roundRect">
              <a:avLst/>
            </a:prstGeom>
            <a:solidFill>
              <a:srgbClr val="64A2A4"/>
            </a:solidFill>
            <a:ln>
              <a:noFill/>
            </a:ln>
            <a:effectLst>
              <a:outerShdw blurRad="203200" dist="127000" dir="5400000" sx="87000" sy="87000" algn="t" rotWithShape="0">
                <a:srgbClr val="64A2A4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/>
              <a:endParaRPr lang="zh-CN" altLang="en-US" sz="1652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14059D51-736E-81E5-1206-445567B71F2E}"/>
                </a:ext>
              </a:extLst>
            </p:cNvPr>
            <p:cNvSpPr txBox="1"/>
            <p:nvPr/>
          </p:nvSpPr>
          <p:spPr>
            <a:xfrm>
              <a:off x="2747518" y="4467455"/>
              <a:ext cx="3873254" cy="607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vi-V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Xây dựng ứng dụng Web đơn giản, tốc độ phản hồi nhanh, giao diện thân thiện.</a:t>
              </a:r>
              <a:endPara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sp>
          <p:nvSpPr>
            <p:cNvPr id="26" name="矩形: 圆角 69">
              <a:extLst>
                <a:ext uri="{FF2B5EF4-FFF2-40B4-BE49-F238E27FC236}">
                  <a16:creationId xmlns:a16="http://schemas.microsoft.com/office/drawing/2014/main" id="{DDC57DF3-3C2D-8DCC-1DC8-AC21EE10D294}"/>
                </a:ext>
              </a:extLst>
            </p:cNvPr>
            <p:cNvSpPr/>
            <p:nvPr/>
          </p:nvSpPr>
          <p:spPr>
            <a:xfrm>
              <a:off x="2693326" y="4056293"/>
              <a:ext cx="353481" cy="353481"/>
            </a:xfrm>
            <a:prstGeom prst="roundRect">
              <a:avLst/>
            </a:prstGeom>
            <a:solidFill>
              <a:srgbClr val="83C0C8"/>
            </a:solidFill>
            <a:ln>
              <a:noFill/>
            </a:ln>
            <a:effectLst>
              <a:outerShdw blurRad="203200" dist="127000" dir="5400000" sx="87000" sy="87000" algn="t" rotWithShape="0">
                <a:srgbClr val="64A2A4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/>
              <a:endParaRPr lang="zh-CN" altLang="en-US" sz="1652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4BA1B8A-4F5C-D60E-55CA-6354DE0C58B2}"/>
                </a:ext>
              </a:extLst>
            </p:cNvPr>
            <p:cNvSpPr txBox="1"/>
            <p:nvPr/>
          </p:nvSpPr>
          <p:spPr>
            <a:xfrm>
              <a:off x="7141871" y="4467455"/>
              <a:ext cx="4031736" cy="12431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Phân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loại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ghi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chú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theo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từng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Chủ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(topics) 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với đường dẫn URL tối ưu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(slug).</a:t>
              </a:r>
            </a:p>
            <a:p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Tích hợp </a:t>
              </a:r>
              <a:r>
                <a:rPr lang="vi-VN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Khu vực Riêng tư (Private Area)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được bảo vệ bằng mật khẩu và mã hóa dữ liệu trước khi lưu.  </a:t>
              </a:r>
              <a:endPara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sp>
          <p:nvSpPr>
            <p:cNvPr id="29" name="矩形: 圆角 75">
              <a:extLst>
                <a:ext uri="{FF2B5EF4-FFF2-40B4-BE49-F238E27FC236}">
                  <a16:creationId xmlns:a16="http://schemas.microsoft.com/office/drawing/2014/main" id="{12BC9E99-471F-EE46-C734-16D7E014DA09}"/>
                </a:ext>
              </a:extLst>
            </p:cNvPr>
            <p:cNvSpPr/>
            <p:nvPr/>
          </p:nvSpPr>
          <p:spPr>
            <a:xfrm>
              <a:off x="7179326" y="4056293"/>
              <a:ext cx="353481" cy="353481"/>
            </a:xfrm>
            <a:prstGeom prst="roundRect">
              <a:avLst/>
            </a:prstGeom>
            <a:solidFill>
              <a:srgbClr val="83C0C8"/>
            </a:solidFill>
            <a:ln>
              <a:noFill/>
            </a:ln>
            <a:effectLst>
              <a:outerShdw blurRad="203200" dist="127000" dir="5400000" sx="87000" sy="87000" algn="t" rotWithShape="0">
                <a:srgbClr val="64A2A4">
                  <a:alpha val="5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3942" tIns="41971" rIns="83942" bIns="41971" rtlCol="0" anchor="ctr"/>
            <a:lstStyle/>
            <a:p>
              <a:pPr algn="ctr"/>
              <a:endParaRPr lang="zh-CN" altLang="en-US" sz="1652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0" name="instructor-giving-a-lecture-with-circular-graphic-on-screen_43194">
              <a:extLst>
                <a:ext uri="{FF2B5EF4-FFF2-40B4-BE49-F238E27FC236}">
                  <a16:creationId xmlns:a16="http://schemas.microsoft.com/office/drawing/2014/main" id="{54405246-CCE2-4201-BBB1-D3F3EB6E740D}"/>
                </a:ext>
              </a:extLst>
            </p:cNvPr>
            <p:cNvSpPr/>
            <p:nvPr/>
          </p:nvSpPr>
          <p:spPr>
            <a:xfrm>
              <a:off x="2769234" y="1825691"/>
              <a:ext cx="201665" cy="185738"/>
            </a:xfrm>
            <a:custGeom>
              <a:avLst/>
              <a:gdLst>
                <a:gd name="T0" fmla="*/ 6630 w 9601"/>
                <a:gd name="T1" fmla="*/ 6215 h 8842"/>
                <a:gd name="T2" fmla="*/ 6552 w 9601"/>
                <a:gd name="T3" fmla="*/ 6294 h 8842"/>
                <a:gd name="T4" fmla="*/ 5222 w 9601"/>
                <a:gd name="T5" fmla="*/ 6795 h 8842"/>
                <a:gd name="T6" fmla="*/ 5249 w 9601"/>
                <a:gd name="T7" fmla="*/ 5423 h 8842"/>
                <a:gd name="T8" fmla="*/ 5274 w 9601"/>
                <a:gd name="T9" fmla="*/ 5318 h 8842"/>
                <a:gd name="T10" fmla="*/ 8324 w 9601"/>
                <a:gd name="T11" fmla="*/ 1081 h 8842"/>
                <a:gd name="T12" fmla="*/ 9445 w 9601"/>
                <a:gd name="T13" fmla="*/ 1925 h 8842"/>
                <a:gd name="T14" fmla="*/ 9497 w 9601"/>
                <a:gd name="T15" fmla="*/ 2189 h 8842"/>
                <a:gd name="T16" fmla="*/ 7874 w 9601"/>
                <a:gd name="T17" fmla="*/ 2407 h 8842"/>
                <a:gd name="T18" fmla="*/ 5594 w 9601"/>
                <a:gd name="T19" fmla="*/ 6310 h 8842"/>
                <a:gd name="T20" fmla="*/ 8578 w 9601"/>
                <a:gd name="T21" fmla="*/ 2918 h 8842"/>
                <a:gd name="T22" fmla="*/ 8797 w 9601"/>
                <a:gd name="T23" fmla="*/ 2610 h 8842"/>
                <a:gd name="T24" fmla="*/ 8414 w 9601"/>
                <a:gd name="T25" fmla="*/ 1665 h 8842"/>
                <a:gd name="T26" fmla="*/ 1808 w 9601"/>
                <a:gd name="T27" fmla="*/ 6833 h 8842"/>
                <a:gd name="T28" fmla="*/ 1205 w 9601"/>
                <a:gd name="T29" fmla="*/ 6431 h 8842"/>
                <a:gd name="T30" fmla="*/ 1808 w 9601"/>
                <a:gd name="T31" fmla="*/ 6029 h 8842"/>
                <a:gd name="T32" fmla="*/ 1808 w 9601"/>
                <a:gd name="T33" fmla="*/ 6833 h 8842"/>
                <a:gd name="T34" fmla="*/ 1607 w 9601"/>
                <a:gd name="T35" fmla="*/ 2813 h 8842"/>
                <a:gd name="T36" fmla="*/ 1607 w 9601"/>
                <a:gd name="T37" fmla="*/ 2009 h 8842"/>
                <a:gd name="T38" fmla="*/ 2210 w 9601"/>
                <a:gd name="T39" fmla="*/ 2411 h 8842"/>
                <a:gd name="T40" fmla="*/ 1808 w 9601"/>
                <a:gd name="T41" fmla="*/ 4823 h 8842"/>
                <a:gd name="T42" fmla="*/ 1205 w 9601"/>
                <a:gd name="T43" fmla="*/ 4421 h 8842"/>
                <a:gd name="T44" fmla="*/ 1808 w 9601"/>
                <a:gd name="T45" fmla="*/ 4019 h 8842"/>
                <a:gd name="T46" fmla="*/ 1808 w 9601"/>
                <a:gd name="T47" fmla="*/ 4823 h 8842"/>
                <a:gd name="T48" fmla="*/ 4019 w 9601"/>
                <a:gd name="T49" fmla="*/ 6029 h 8842"/>
                <a:gd name="T50" fmla="*/ 4019 w 9601"/>
                <a:gd name="T51" fmla="*/ 6833 h 8842"/>
                <a:gd name="T52" fmla="*/ 2813 w 9601"/>
                <a:gd name="T53" fmla="*/ 6431 h 8842"/>
                <a:gd name="T54" fmla="*/ 2813 w 9601"/>
                <a:gd name="T55" fmla="*/ 2411 h 8842"/>
                <a:gd name="T56" fmla="*/ 6029 w 9601"/>
                <a:gd name="T57" fmla="*/ 2009 h 8842"/>
                <a:gd name="T58" fmla="*/ 6029 w 9601"/>
                <a:gd name="T59" fmla="*/ 2813 h 8842"/>
                <a:gd name="T60" fmla="*/ 2813 w 9601"/>
                <a:gd name="T61" fmla="*/ 2411 h 8842"/>
                <a:gd name="T62" fmla="*/ 3215 w 9601"/>
                <a:gd name="T63" fmla="*/ 4823 h 8842"/>
                <a:gd name="T64" fmla="*/ 3215 w 9601"/>
                <a:gd name="T65" fmla="*/ 4019 h 8842"/>
                <a:gd name="T66" fmla="*/ 5024 w 9601"/>
                <a:gd name="T67" fmla="*/ 4421 h 8842"/>
                <a:gd name="T68" fmla="*/ 7938 w 9601"/>
                <a:gd name="T69" fmla="*/ 804 h 8842"/>
                <a:gd name="T70" fmla="*/ 7837 w 9601"/>
                <a:gd name="T71" fmla="*/ 804 h 8842"/>
                <a:gd name="T72" fmla="*/ 7435 w 9601"/>
                <a:gd name="T73" fmla="*/ 603 h 8842"/>
                <a:gd name="T74" fmla="*/ 602 w 9601"/>
                <a:gd name="T75" fmla="*/ 1004 h 8842"/>
                <a:gd name="T76" fmla="*/ 1004 w 9601"/>
                <a:gd name="T77" fmla="*/ 8239 h 8842"/>
                <a:gd name="T78" fmla="*/ 7837 w 9601"/>
                <a:gd name="T79" fmla="*/ 7838 h 8842"/>
                <a:gd name="T80" fmla="*/ 7858 w 9601"/>
                <a:gd name="T81" fmla="*/ 5627 h 8842"/>
                <a:gd name="T82" fmla="*/ 8139 w 9601"/>
                <a:gd name="T83" fmla="*/ 5225 h 8842"/>
                <a:gd name="T84" fmla="*/ 8420 w 9601"/>
                <a:gd name="T85" fmla="*/ 5627 h 8842"/>
                <a:gd name="T86" fmla="*/ 8440 w 9601"/>
                <a:gd name="T87" fmla="*/ 7838 h 8842"/>
                <a:gd name="T88" fmla="*/ 1004 w 9601"/>
                <a:gd name="T89" fmla="*/ 8842 h 8842"/>
                <a:gd name="T90" fmla="*/ 0 w 9601"/>
                <a:gd name="T91" fmla="*/ 1004 h 8842"/>
                <a:gd name="T92" fmla="*/ 7435 w 9601"/>
                <a:gd name="T93" fmla="*/ 0 h 8842"/>
                <a:gd name="T94" fmla="*/ 8208 w 9601"/>
                <a:gd name="T95" fmla="*/ 373 h 8842"/>
                <a:gd name="T96" fmla="*/ 8219 w 9601"/>
                <a:gd name="T97" fmla="*/ 402 h 8842"/>
                <a:gd name="T98" fmla="*/ 7938 w 9601"/>
                <a:gd name="T99" fmla="*/ 804 h 8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1" h="8842">
                  <a:moveTo>
                    <a:pt x="9497" y="2189"/>
                  </a:moveTo>
                  <a:lnTo>
                    <a:pt x="6630" y="6215"/>
                  </a:lnTo>
                  <a:lnTo>
                    <a:pt x="6604" y="6267"/>
                  </a:lnTo>
                  <a:lnTo>
                    <a:pt x="6552" y="6294"/>
                  </a:lnTo>
                  <a:lnTo>
                    <a:pt x="5483" y="6689"/>
                  </a:lnTo>
                  <a:lnTo>
                    <a:pt x="5222" y="6795"/>
                  </a:lnTo>
                  <a:lnTo>
                    <a:pt x="5222" y="6531"/>
                  </a:lnTo>
                  <a:lnTo>
                    <a:pt x="5249" y="5423"/>
                  </a:lnTo>
                  <a:lnTo>
                    <a:pt x="5249" y="5371"/>
                  </a:lnTo>
                  <a:lnTo>
                    <a:pt x="5274" y="5318"/>
                  </a:lnTo>
                  <a:lnTo>
                    <a:pt x="8220" y="1239"/>
                  </a:lnTo>
                  <a:lnTo>
                    <a:pt x="8324" y="1081"/>
                  </a:lnTo>
                  <a:lnTo>
                    <a:pt x="8480" y="1187"/>
                  </a:lnTo>
                  <a:lnTo>
                    <a:pt x="9445" y="1925"/>
                  </a:lnTo>
                  <a:lnTo>
                    <a:pt x="9601" y="2031"/>
                  </a:lnTo>
                  <a:lnTo>
                    <a:pt x="9497" y="2189"/>
                  </a:lnTo>
                  <a:close/>
                  <a:moveTo>
                    <a:pt x="8578" y="2918"/>
                  </a:moveTo>
                  <a:lnTo>
                    <a:pt x="7874" y="2407"/>
                  </a:lnTo>
                  <a:lnTo>
                    <a:pt x="5612" y="5511"/>
                  </a:lnTo>
                  <a:lnTo>
                    <a:pt x="5594" y="6310"/>
                  </a:lnTo>
                  <a:lnTo>
                    <a:pt x="6366" y="6024"/>
                  </a:lnTo>
                  <a:lnTo>
                    <a:pt x="8578" y="2918"/>
                  </a:lnTo>
                  <a:close/>
                  <a:moveTo>
                    <a:pt x="8097" y="2101"/>
                  </a:moveTo>
                  <a:lnTo>
                    <a:pt x="8797" y="2610"/>
                  </a:lnTo>
                  <a:lnTo>
                    <a:pt x="9098" y="2188"/>
                  </a:lnTo>
                  <a:lnTo>
                    <a:pt x="8414" y="1665"/>
                  </a:lnTo>
                  <a:lnTo>
                    <a:pt x="8097" y="2101"/>
                  </a:lnTo>
                  <a:close/>
                  <a:moveTo>
                    <a:pt x="1808" y="6833"/>
                  </a:moveTo>
                  <a:lnTo>
                    <a:pt x="1607" y="6833"/>
                  </a:lnTo>
                  <a:cubicBezTo>
                    <a:pt x="1385" y="6833"/>
                    <a:pt x="1205" y="6653"/>
                    <a:pt x="1205" y="6431"/>
                  </a:cubicBezTo>
                  <a:cubicBezTo>
                    <a:pt x="1205" y="6209"/>
                    <a:pt x="1385" y="6029"/>
                    <a:pt x="1607" y="6029"/>
                  </a:cubicBezTo>
                  <a:lnTo>
                    <a:pt x="1808" y="6029"/>
                  </a:lnTo>
                  <a:cubicBezTo>
                    <a:pt x="2030" y="6029"/>
                    <a:pt x="2210" y="6209"/>
                    <a:pt x="2210" y="6431"/>
                  </a:cubicBezTo>
                  <a:cubicBezTo>
                    <a:pt x="2210" y="6653"/>
                    <a:pt x="2030" y="6833"/>
                    <a:pt x="1808" y="6833"/>
                  </a:cubicBezTo>
                  <a:close/>
                  <a:moveTo>
                    <a:pt x="1808" y="2813"/>
                  </a:moveTo>
                  <a:lnTo>
                    <a:pt x="1607" y="2813"/>
                  </a:lnTo>
                  <a:cubicBezTo>
                    <a:pt x="1385" y="2813"/>
                    <a:pt x="1205" y="2633"/>
                    <a:pt x="1205" y="2411"/>
                  </a:cubicBezTo>
                  <a:cubicBezTo>
                    <a:pt x="1205" y="2189"/>
                    <a:pt x="1385" y="2009"/>
                    <a:pt x="1607" y="2009"/>
                  </a:cubicBezTo>
                  <a:lnTo>
                    <a:pt x="1808" y="2009"/>
                  </a:lnTo>
                  <a:cubicBezTo>
                    <a:pt x="2030" y="2009"/>
                    <a:pt x="2210" y="2189"/>
                    <a:pt x="2210" y="2411"/>
                  </a:cubicBezTo>
                  <a:cubicBezTo>
                    <a:pt x="2210" y="2633"/>
                    <a:pt x="2030" y="2813"/>
                    <a:pt x="1808" y="2813"/>
                  </a:cubicBezTo>
                  <a:close/>
                  <a:moveTo>
                    <a:pt x="1808" y="4823"/>
                  </a:moveTo>
                  <a:lnTo>
                    <a:pt x="1607" y="4823"/>
                  </a:lnTo>
                  <a:cubicBezTo>
                    <a:pt x="1385" y="4823"/>
                    <a:pt x="1205" y="4643"/>
                    <a:pt x="1205" y="4421"/>
                  </a:cubicBezTo>
                  <a:cubicBezTo>
                    <a:pt x="1205" y="4199"/>
                    <a:pt x="1385" y="4019"/>
                    <a:pt x="1607" y="4019"/>
                  </a:cubicBezTo>
                  <a:lnTo>
                    <a:pt x="1808" y="4019"/>
                  </a:lnTo>
                  <a:cubicBezTo>
                    <a:pt x="2030" y="4019"/>
                    <a:pt x="2210" y="4199"/>
                    <a:pt x="2210" y="4421"/>
                  </a:cubicBezTo>
                  <a:cubicBezTo>
                    <a:pt x="2210" y="4643"/>
                    <a:pt x="2030" y="4823"/>
                    <a:pt x="1808" y="4823"/>
                  </a:cubicBezTo>
                  <a:close/>
                  <a:moveTo>
                    <a:pt x="3215" y="6029"/>
                  </a:moveTo>
                  <a:lnTo>
                    <a:pt x="4019" y="6029"/>
                  </a:lnTo>
                  <a:cubicBezTo>
                    <a:pt x="4241" y="6029"/>
                    <a:pt x="4421" y="6209"/>
                    <a:pt x="4421" y="6431"/>
                  </a:cubicBezTo>
                  <a:cubicBezTo>
                    <a:pt x="4421" y="6653"/>
                    <a:pt x="4241" y="6833"/>
                    <a:pt x="4019" y="6833"/>
                  </a:cubicBezTo>
                  <a:lnTo>
                    <a:pt x="3215" y="6833"/>
                  </a:lnTo>
                  <a:cubicBezTo>
                    <a:pt x="2993" y="6833"/>
                    <a:pt x="2813" y="6653"/>
                    <a:pt x="2813" y="6431"/>
                  </a:cubicBezTo>
                  <a:cubicBezTo>
                    <a:pt x="2813" y="6209"/>
                    <a:pt x="2993" y="6029"/>
                    <a:pt x="3215" y="6029"/>
                  </a:cubicBezTo>
                  <a:close/>
                  <a:moveTo>
                    <a:pt x="2813" y="2411"/>
                  </a:moveTo>
                  <a:cubicBezTo>
                    <a:pt x="2813" y="2189"/>
                    <a:pt x="2993" y="2009"/>
                    <a:pt x="3215" y="2009"/>
                  </a:cubicBezTo>
                  <a:lnTo>
                    <a:pt x="6029" y="2009"/>
                  </a:lnTo>
                  <a:cubicBezTo>
                    <a:pt x="6251" y="2009"/>
                    <a:pt x="6431" y="2189"/>
                    <a:pt x="6431" y="2411"/>
                  </a:cubicBezTo>
                  <a:cubicBezTo>
                    <a:pt x="6431" y="2633"/>
                    <a:pt x="6251" y="2813"/>
                    <a:pt x="6029" y="2813"/>
                  </a:cubicBezTo>
                  <a:lnTo>
                    <a:pt x="3215" y="2813"/>
                  </a:lnTo>
                  <a:cubicBezTo>
                    <a:pt x="2993" y="2813"/>
                    <a:pt x="2813" y="2633"/>
                    <a:pt x="2813" y="2411"/>
                  </a:cubicBezTo>
                  <a:close/>
                  <a:moveTo>
                    <a:pt x="4622" y="4823"/>
                  </a:moveTo>
                  <a:lnTo>
                    <a:pt x="3215" y="4823"/>
                  </a:lnTo>
                  <a:cubicBezTo>
                    <a:pt x="2993" y="4823"/>
                    <a:pt x="2813" y="4643"/>
                    <a:pt x="2813" y="4421"/>
                  </a:cubicBezTo>
                  <a:cubicBezTo>
                    <a:pt x="2813" y="4199"/>
                    <a:pt x="2993" y="4019"/>
                    <a:pt x="3215" y="4019"/>
                  </a:cubicBezTo>
                  <a:lnTo>
                    <a:pt x="4622" y="4019"/>
                  </a:lnTo>
                  <a:cubicBezTo>
                    <a:pt x="4844" y="4019"/>
                    <a:pt x="5024" y="4199"/>
                    <a:pt x="5024" y="4421"/>
                  </a:cubicBezTo>
                  <a:cubicBezTo>
                    <a:pt x="5024" y="4643"/>
                    <a:pt x="4844" y="4823"/>
                    <a:pt x="4622" y="4823"/>
                  </a:cubicBezTo>
                  <a:close/>
                  <a:moveTo>
                    <a:pt x="7938" y="804"/>
                  </a:moveTo>
                  <a:cubicBezTo>
                    <a:pt x="7902" y="804"/>
                    <a:pt x="7869" y="794"/>
                    <a:pt x="7837" y="783"/>
                  </a:cubicBezTo>
                  <a:lnTo>
                    <a:pt x="7837" y="804"/>
                  </a:lnTo>
                  <a:lnTo>
                    <a:pt x="7781" y="804"/>
                  </a:lnTo>
                  <a:cubicBezTo>
                    <a:pt x="7712" y="684"/>
                    <a:pt x="7584" y="603"/>
                    <a:pt x="7435" y="603"/>
                  </a:cubicBezTo>
                  <a:lnTo>
                    <a:pt x="1004" y="603"/>
                  </a:lnTo>
                  <a:cubicBezTo>
                    <a:pt x="782" y="603"/>
                    <a:pt x="602" y="783"/>
                    <a:pt x="602" y="1004"/>
                  </a:cubicBezTo>
                  <a:lnTo>
                    <a:pt x="602" y="7838"/>
                  </a:lnTo>
                  <a:cubicBezTo>
                    <a:pt x="602" y="8060"/>
                    <a:pt x="782" y="8239"/>
                    <a:pt x="1004" y="8239"/>
                  </a:cubicBezTo>
                  <a:lnTo>
                    <a:pt x="7435" y="8239"/>
                  </a:lnTo>
                  <a:cubicBezTo>
                    <a:pt x="7657" y="8239"/>
                    <a:pt x="7837" y="8060"/>
                    <a:pt x="7837" y="7838"/>
                  </a:cubicBezTo>
                  <a:lnTo>
                    <a:pt x="7837" y="5627"/>
                  </a:lnTo>
                  <a:lnTo>
                    <a:pt x="7858" y="5627"/>
                  </a:lnTo>
                  <a:cubicBezTo>
                    <a:pt x="7846" y="5595"/>
                    <a:pt x="7837" y="5562"/>
                    <a:pt x="7837" y="5526"/>
                  </a:cubicBezTo>
                  <a:cubicBezTo>
                    <a:pt x="7837" y="5360"/>
                    <a:pt x="7972" y="5225"/>
                    <a:pt x="8139" y="5225"/>
                  </a:cubicBezTo>
                  <a:cubicBezTo>
                    <a:pt x="8305" y="5225"/>
                    <a:pt x="8440" y="5360"/>
                    <a:pt x="8440" y="5526"/>
                  </a:cubicBezTo>
                  <a:cubicBezTo>
                    <a:pt x="8440" y="5562"/>
                    <a:pt x="8431" y="5595"/>
                    <a:pt x="8420" y="5627"/>
                  </a:cubicBezTo>
                  <a:lnTo>
                    <a:pt x="8440" y="5627"/>
                  </a:lnTo>
                  <a:lnTo>
                    <a:pt x="8440" y="7838"/>
                  </a:lnTo>
                  <a:cubicBezTo>
                    <a:pt x="8440" y="8392"/>
                    <a:pt x="7990" y="8842"/>
                    <a:pt x="7435" y="8842"/>
                  </a:cubicBezTo>
                  <a:lnTo>
                    <a:pt x="1004" y="8842"/>
                  </a:lnTo>
                  <a:cubicBezTo>
                    <a:pt x="449" y="8842"/>
                    <a:pt x="0" y="8392"/>
                    <a:pt x="0" y="7838"/>
                  </a:cubicBezTo>
                  <a:lnTo>
                    <a:pt x="0" y="1004"/>
                  </a:lnTo>
                  <a:cubicBezTo>
                    <a:pt x="0" y="449"/>
                    <a:pt x="449" y="0"/>
                    <a:pt x="1004" y="0"/>
                  </a:cubicBezTo>
                  <a:lnTo>
                    <a:pt x="7435" y="0"/>
                  </a:lnTo>
                  <a:cubicBezTo>
                    <a:pt x="7686" y="0"/>
                    <a:pt x="7913" y="94"/>
                    <a:pt x="8088" y="246"/>
                  </a:cubicBezTo>
                  <a:cubicBezTo>
                    <a:pt x="8139" y="277"/>
                    <a:pt x="8182" y="319"/>
                    <a:pt x="8208" y="373"/>
                  </a:cubicBezTo>
                  <a:cubicBezTo>
                    <a:pt x="8216" y="383"/>
                    <a:pt x="8227" y="391"/>
                    <a:pt x="8235" y="402"/>
                  </a:cubicBezTo>
                  <a:lnTo>
                    <a:pt x="8219" y="402"/>
                  </a:lnTo>
                  <a:cubicBezTo>
                    <a:pt x="8231" y="433"/>
                    <a:pt x="8239" y="466"/>
                    <a:pt x="8239" y="502"/>
                  </a:cubicBezTo>
                  <a:cubicBezTo>
                    <a:pt x="8239" y="668"/>
                    <a:pt x="8104" y="804"/>
                    <a:pt x="7938" y="8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1" name="instructor-giving-a-lecture-with-circular-graphic-on-screen_43194">
              <a:extLst>
                <a:ext uri="{FF2B5EF4-FFF2-40B4-BE49-F238E27FC236}">
                  <a16:creationId xmlns:a16="http://schemas.microsoft.com/office/drawing/2014/main" id="{54405246-CCE2-4201-BBB1-D3F3EB6E740D}"/>
                </a:ext>
              </a:extLst>
            </p:cNvPr>
            <p:cNvSpPr/>
            <p:nvPr/>
          </p:nvSpPr>
          <p:spPr>
            <a:xfrm>
              <a:off x="7255231" y="1825691"/>
              <a:ext cx="201665" cy="185738"/>
            </a:xfrm>
            <a:custGeom>
              <a:avLst/>
              <a:gdLst>
                <a:gd name="T0" fmla="*/ 6630 w 9601"/>
                <a:gd name="T1" fmla="*/ 6215 h 8842"/>
                <a:gd name="T2" fmla="*/ 6552 w 9601"/>
                <a:gd name="T3" fmla="*/ 6294 h 8842"/>
                <a:gd name="T4" fmla="*/ 5222 w 9601"/>
                <a:gd name="T5" fmla="*/ 6795 h 8842"/>
                <a:gd name="T6" fmla="*/ 5249 w 9601"/>
                <a:gd name="T7" fmla="*/ 5423 h 8842"/>
                <a:gd name="T8" fmla="*/ 5274 w 9601"/>
                <a:gd name="T9" fmla="*/ 5318 h 8842"/>
                <a:gd name="T10" fmla="*/ 8324 w 9601"/>
                <a:gd name="T11" fmla="*/ 1081 h 8842"/>
                <a:gd name="T12" fmla="*/ 9445 w 9601"/>
                <a:gd name="T13" fmla="*/ 1925 h 8842"/>
                <a:gd name="T14" fmla="*/ 9497 w 9601"/>
                <a:gd name="T15" fmla="*/ 2189 h 8842"/>
                <a:gd name="T16" fmla="*/ 7874 w 9601"/>
                <a:gd name="T17" fmla="*/ 2407 h 8842"/>
                <a:gd name="T18" fmla="*/ 5594 w 9601"/>
                <a:gd name="T19" fmla="*/ 6310 h 8842"/>
                <a:gd name="T20" fmla="*/ 8578 w 9601"/>
                <a:gd name="T21" fmla="*/ 2918 h 8842"/>
                <a:gd name="T22" fmla="*/ 8797 w 9601"/>
                <a:gd name="T23" fmla="*/ 2610 h 8842"/>
                <a:gd name="T24" fmla="*/ 8414 w 9601"/>
                <a:gd name="T25" fmla="*/ 1665 h 8842"/>
                <a:gd name="T26" fmla="*/ 1808 w 9601"/>
                <a:gd name="T27" fmla="*/ 6833 h 8842"/>
                <a:gd name="T28" fmla="*/ 1205 w 9601"/>
                <a:gd name="T29" fmla="*/ 6431 h 8842"/>
                <a:gd name="T30" fmla="*/ 1808 w 9601"/>
                <a:gd name="T31" fmla="*/ 6029 h 8842"/>
                <a:gd name="T32" fmla="*/ 1808 w 9601"/>
                <a:gd name="T33" fmla="*/ 6833 h 8842"/>
                <a:gd name="T34" fmla="*/ 1607 w 9601"/>
                <a:gd name="T35" fmla="*/ 2813 h 8842"/>
                <a:gd name="T36" fmla="*/ 1607 w 9601"/>
                <a:gd name="T37" fmla="*/ 2009 h 8842"/>
                <a:gd name="T38" fmla="*/ 2210 w 9601"/>
                <a:gd name="T39" fmla="*/ 2411 h 8842"/>
                <a:gd name="T40" fmla="*/ 1808 w 9601"/>
                <a:gd name="T41" fmla="*/ 4823 h 8842"/>
                <a:gd name="T42" fmla="*/ 1205 w 9601"/>
                <a:gd name="T43" fmla="*/ 4421 h 8842"/>
                <a:gd name="T44" fmla="*/ 1808 w 9601"/>
                <a:gd name="T45" fmla="*/ 4019 h 8842"/>
                <a:gd name="T46" fmla="*/ 1808 w 9601"/>
                <a:gd name="T47" fmla="*/ 4823 h 8842"/>
                <a:gd name="T48" fmla="*/ 4019 w 9601"/>
                <a:gd name="T49" fmla="*/ 6029 h 8842"/>
                <a:gd name="T50" fmla="*/ 4019 w 9601"/>
                <a:gd name="T51" fmla="*/ 6833 h 8842"/>
                <a:gd name="T52" fmla="*/ 2813 w 9601"/>
                <a:gd name="T53" fmla="*/ 6431 h 8842"/>
                <a:gd name="T54" fmla="*/ 2813 w 9601"/>
                <a:gd name="T55" fmla="*/ 2411 h 8842"/>
                <a:gd name="T56" fmla="*/ 6029 w 9601"/>
                <a:gd name="T57" fmla="*/ 2009 h 8842"/>
                <a:gd name="T58" fmla="*/ 6029 w 9601"/>
                <a:gd name="T59" fmla="*/ 2813 h 8842"/>
                <a:gd name="T60" fmla="*/ 2813 w 9601"/>
                <a:gd name="T61" fmla="*/ 2411 h 8842"/>
                <a:gd name="T62" fmla="*/ 3215 w 9601"/>
                <a:gd name="T63" fmla="*/ 4823 h 8842"/>
                <a:gd name="T64" fmla="*/ 3215 w 9601"/>
                <a:gd name="T65" fmla="*/ 4019 h 8842"/>
                <a:gd name="T66" fmla="*/ 5024 w 9601"/>
                <a:gd name="T67" fmla="*/ 4421 h 8842"/>
                <a:gd name="T68" fmla="*/ 7938 w 9601"/>
                <a:gd name="T69" fmla="*/ 804 h 8842"/>
                <a:gd name="T70" fmla="*/ 7837 w 9601"/>
                <a:gd name="T71" fmla="*/ 804 h 8842"/>
                <a:gd name="T72" fmla="*/ 7435 w 9601"/>
                <a:gd name="T73" fmla="*/ 603 h 8842"/>
                <a:gd name="T74" fmla="*/ 602 w 9601"/>
                <a:gd name="T75" fmla="*/ 1004 h 8842"/>
                <a:gd name="T76" fmla="*/ 1004 w 9601"/>
                <a:gd name="T77" fmla="*/ 8239 h 8842"/>
                <a:gd name="T78" fmla="*/ 7837 w 9601"/>
                <a:gd name="T79" fmla="*/ 7838 h 8842"/>
                <a:gd name="T80" fmla="*/ 7858 w 9601"/>
                <a:gd name="T81" fmla="*/ 5627 h 8842"/>
                <a:gd name="T82" fmla="*/ 8139 w 9601"/>
                <a:gd name="T83" fmla="*/ 5225 h 8842"/>
                <a:gd name="T84" fmla="*/ 8420 w 9601"/>
                <a:gd name="T85" fmla="*/ 5627 h 8842"/>
                <a:gd name="T86" fmla="*/ 8440 w 9601"/>
                <a:gd name="T87" fmla="*/ 7838 h 8842"/>
                <a:gd name="T88" fmla="*/ 1004 w 9601"/>
                <a:gd name="T89" fmla="*/ 8842 h 8842"/>
                <a:gd name="T90" fmla="*/ 0 w 9601"/>
                <a:gd name="T91" fmla="*/ 1004 h 8842"/>
                <a:gd name="T92" fmla="*/ 7435 w 9601"/>
                <a:gd name="T93" fmla="*/ 0 h 8842"/>
                <a:gd name="T94" fmla="*/ 8208 w 9601"/>
                <a:gd name="T95" fmla="*/ 373 h 8842"/>
                <a:gd name="T96" fmla="*/ 8219 w 9601"/>
                <a:gd name="T97" fmla="*/ 402 h 8842"/>
                <a:gd name="T98" fmla="*/ 7938 w 9601"/>
                <a:gd name="T99" fmla="*/ 804 h 8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1" h="8842">
                  <a:moveTo>
                    <a:pt x="9497" y="2189"/>
                  </a:moveTo>
                  <a:lnTo>
                    <a:pt x="6630" y="6215"/>
                  </a:lnTo>
                  <a:lnTo>
                    <a:pt x="6604" y="6267"/>
                  </a:lnTo>
                  <a:lnTo>
                    <a:pt x="6552" y="6294"/>
                  </a:lnTo>
                  <a:lnTo>
                    <a:pt x="5483" y="6689"/>
                  </a:lnTo>
                  <a:lnTo>
                    <a:pt x="5222" y="6795"/>
                  </a:lnTo>
                  <a:lnTo>
                    <a:pt x="5222" y="6531"/>
                  </a:lnTo>
                  <a:lnTo>
                    <a:pt x="5249" y="5423"/>
                  </a:lnTo>
                  <a:lnTo>
                    <a:pt x="5249" y="5371"/>
                  </a:lnTo>
                  <a:lnTo>
                    <a:pt x="5274" y="5318"/>
                  </a:lnTo>
                  <a:lnTo>
                    <a:pt x="8220" y="1239"/>
                  </a:lnTo>
                  <a:lnTo>
                    <a:pt x="8324" y="1081"/>
                  </a:lnTo>
                  <a:lnTo>
                    <a:pt x="8480" y="1187"/>
                  </a:lnTo>
                  <a:lnTo>
                    <a:pt x="9445" y="1925"/>
                  </a:lnTo>
                  <a:lnTo>
                    <a:pt x="9601" y="2031"/>
                  </a:lnTo>
                  <a:lnTo>
                    <a:pt x="9497" y="2189"/>
                  </a:lnTo>
                  <a:close/>
                  <a:moveTo>
                    <a:pt x="8578" y="2918"/>
                  </a:moveTo>
                  <a:lnTo>
                    <a:pt x="7874" y="2407"/>
                  </a:lnTo>
                  <a:lnTo>
                    <a:pt x="5612" y="5511"/>
                  </a:lnTo>
                  <a:lnTo>
                    <a:pt x="5594" y="6310"/>
                  </a:lnTo>
                  <a:lnTo>
                    <a:pt x="6366" y="6024"/>
                  </a:lnTo>
                  <a:lnTo>
                    <a:pt x="8578" y="2918"/>
                  </a:lnTo>
                  <a:close/>
                  <a:moveTo>
                    <a:pt x="8097" y="2101"/>
                  </a:moveTo>
                  <a:lnTo>
                    <a:pt x="8797" y="2610"/>
                  </a:lnTo>
                  <a:lnTo>
                    <a:pt x="9098" y="2188"/>
                  </a:lnTo>
                  <a:lnTo>
                    <a:pt x="8414" y="1665"/>
                  </a:lnTo>
                  <a:lnTo>
                    <a:pt x="8097" y="2101"/>
                  </a:lnTo>
                  <a:close/>
                  <a:moveTo>
                    <a:pt x="1808" y="6833"/>
                  </a:moveTo>
                  <a:lnTo>
                    <a:pt x="1607" y="6833"/>
                  </a:lnTo>
                  <a:cubicBezTo>
                    <a:pt x="1385" y="6833"/>
                    <a:pt x="1205" y="6653"/>
                    <a:pt x="1205" y="6431"/>
                  </a:cubicBezTo>
                  <a:cubicBezTo>
                    <a:pt x="1205" y="6209"/>
                    <a:pt x="1385" y="6029"/>
                    <a:pt x="1607" y="6029"/>
                  </a:cubicBezTo>
                  <a:lnTo>
                    <a:pt x="1808" y="6029"/>
                  </a:lnTo>
                  <a:cubicBezTo>
                    <a:pt x="2030" y="6029"/>
                    <a:pt x="2210" y="6209"/>
                    <a:pt x="2210" y="6431"/>
                  </a:cubicBezTo>
                  <a:cubicBezTo>
                    <a:pt x="2210" y="6653"/>
                    <a:pt x="2030" y="6833"/>
                    <a:pt x="1808" y="6833"/>
                  </a:cubicBezTo>
                  <a:close/>
                  <a:moveTo>
                    <a:pt x="1808" y="2813"/>
                  </a:moveTo>
                  <a:lnTo>
                    <a:pt x="1607" y="2813"/>
                  </a:lnTo>
                  <a:cubicBezTo>
                    <a:pt x="1385" y="2813"/>
                    <a:pt x="1205" y="2633"/>
                    <a:pt x="1205" y="2411"/>
                  </a:cubicBezTo>
                  <a:cubicBezTo>
                    <a:pt x="1205" y="2189"/>
                    <a:pt x="1385" y="2009"/>
                    <a:pt x="1607" y="2009"/>
                  </a:cubicBezTo>
                  <a:lnTo>
                    <a:pt x="1808" y="2009"/>
                  </a:lnTo>
                  <a:cubicBezTo>
                    <a:pt x="2030" y="2009"/>
                    <a:pt x="2210" y="2189"/>
                    <a:pt x="2210" y="2411"/>
                  </a:cubicBezTo>
                  <a:cubicBezTo>
                    <a:pt x="2210" y="2633"/>
                    <a:pt x="2030" y="2813"/>
                    <a:pt x="1808" y="2813"/>
                  </a:cubicBezTo>
                  <a:close/>
                  <a:moveTo>
                    <a:pt x="1808" y="4823"/>
                  </a:moveTo>
                  <a:lnTo>
                    <a:pt x="1607" y="4823"/>
                  </a:lnTo>
                  <a:cubicBezTo>
                    <a:pt x="1385" y="4823"/>
                    <a:pt x="1205" y="4643"/>
                    <a:pt x="1205" y="4421"/>
                  </a:cubicBezTo>
                  <a:cubicBezTo>
                    <a:pt x="1205" y="4199"/>
                    <a:pt x="1385" y="4019"/>
                    <a:pt x="1607" y="4019"/>
                  </a:cubicBezTo>
                  <a:lnTo>
                    <a:pt x="1808" y="4019"/>
                  </a:lnTo>
                  <a:cubicBezTo>
                    <a:pt x="2030" y="4019"/>
                    <a:pt x="2210" y="4199"/>
                    <a:pt x="2210" y="4421"/>
                  </a:cubicBezTo>
                  <a:cubicBezTo>
                    <a:pt x="2210" y="4643"/>
                    <a:pt x="2030" y="4823"/>
                    <a:pt x="1808" y="4823"/>
                  </a:cubicBezTo>
                  <a:close/>
                  <a:moveTo>
                    <a:pt x="3215" y="6029"/>
                  </a:moveTo>
                  <a:lnTo>
                    <a:pt x="4019" y="6029"/>
                  </a:lnTo>
                  <a:cubicBezTo>
                    <a:pt x="4241" y="6029"/>
                    <a:pt x="4421" y="6209"/>
                    <a:pt x="4421" y="6431"/>
                  </a:cubicBezTo>
                  <a:cubicBezTo>
                    <a:pt x="4421" y="6653"/>
                    <a:pt x="4241" y="6833"/>
                    <a:pt x="4019" y="6833"/>
                  </a:cubicBezTo>
                  <a:lnTo>
                    <a:pt x="3215" y="6833"/>
                  </a:lnTo>
                  <a:cubicBezTo>
                    <a:pt x="2993" y="6833"/>
                    <a:pt x="2813" y="6653"/>
                    <a:pt x="2813" y="6431"/>
                  </a:cubicBezTo>
                  <a:cubicBezTo>
                    <a:pt x="2813" y="6209"/>
                    <a:pt x="2993" y="6029"/>
                    <a:pt x="3215" y="6029"/>
                  </a:cubicBezTo>
                  <a:close/>
                  <a:moveTo>
                    <a:pt x="2813" y="2411"/>
                  </a:moveTo>
                  <a:cubicBezTo>
                    <a:pt x="2813" y="2189"/>
                    <a:pt x="2993" y="2009"/>
                    <a:pt x="3215" y="2009"/>
                  </a:cubicBezTo>
                  <a:lnTo>
                    <a:pt x="6029" y="2009"/>
                  </a:lnTo>
                  <a:cubicBezTo>
                    <a:pt x="6251" y="2009"/>
                    <a:pt x="6431" y="2189"/>
                    <a:pt x="6431" y="2411"/>
                  </a:cubicBezTo>
                  <a:cubicBezTo>
                    <a:pt x="6431" y="2633"/>
                    <a:pt x="6251" y="2813"/>
                    <a:pt x="6029" y="2813"/>
                  </a:cubicBezTo>
                  <a:lnTo>
                    <a:pt x="3215" y="2813"/>
                  </a:lnTo>
                  <a:cubicBezTo>
                    <a:pt x="2993" y="2813"/>
                    <a:pt x="2813" y="2633"/>
                    <a:pt x="2813" y="2411"/>
                  </a:cubicBezTo>
                  <a:close/>
                  <a:moveTo>
                    <a:pt x="4622" y="4823"/>
                  </a:moveTo>
                  <a:lnTo>
                    <a:pt x="3215" y="4823"/>
                  </a:lnTo>
                  <a:cubicBezTo>
                    <a:pt x="2993" y="4823"/>
                    <a:pt x="2813" y="4643"/>
                    <a:pt x="2813" y="4421"/>
                  </a:cubicBezTo>
                  <a:cubicBezTo>
                    <a:pt x="2813" y="4199"/>
                    <a:pt x="2993" y="4019"/>
                    <a:pt x="3215" y="4019"/>
                  </a:cubicBezTo>
                  <a:lnTo>
                    <a:pt x="4622" y="4019"/>
                  </a:lnTo>
                  <a:cubicBezTo>
                    <a:pt x="4844" y="4019"/>
                    <a:pt x="5024" y="4199"/>
                    <a:pt x="5024" y="4421"/>
                  </a:cubicBezTo>
                  <a:cubicBezTo>
                    <a:pt x="5024" y="4643"/>
                    <a:pt x="4844" y="4823"/>
                    <a:pt x="4622" y="4823"/>
                  </a:cubicBezTo>
                  <a:close/>
                  <a:moveTo>
                    <a:pt x="7938" y="804"/>
                  </a:moveTo>
                  <a:cubicBezTo>
                    <a:pt x="7902" y="804"/>
                    <a:pt x="7869" y="794"/>
                    <a:pt x="7837" y="783"/>
                  </a:cubicBezTo>
                  <a:lnTo>
                    <a:pt x="7837" y="804"/>
                  </a:lnTo>
                  <a:lnTo>
                    <a:pt x="7781" y="804"/>
                  </a:lnTo>
                  <a:cubicBezTo>
                    <a:pt x="7712" y="684"/>
                    <a:pt x="7584" y="603"/>
                    <a:pt x="7435" y="603"/>
                  </a:cubicBezTo>
                  <a:lnTo>
                    <a:pt x="1004" y="603"/>
                  </a:lnTo>
                  <a:cubicBezTo>
                    <a:pt x="782" y="603"/>
                    <a:pt x="602" y="783"/>
                    <a:pt x="602" y="1004"/>
                  </a:cubicBezTo>
                  <a:lnTo>
                    <a:pt x="602" y="7838"/>
                  </a:lnTo>
                  <a:cubicBezTo>
                    <a:pt x="602" y="8060"/>
                    <a:pt x="782" y="8239"/>
                    <a:pt x="1004" y="8239"/>
                  </a:cubicBezTo>
                  <a:lnTo>
                    <a:pt x="7435" y="8239"/>
                  </a:lnTo>
                  <a:cubicBezTo>
                    <a:pt x="7657" y="8239"/>
                    <a:pt x="7837" y="8060"/>
                    <a:pt x="7837" y="7838"/>
                  </a:cubicBezTo>
                  <a:lnTo>
                    <a:pt x="7837" y="5627"/>
                  </a:lnTo>
                  <a:lnTo>
                    <a:pt x="7858" y="5627"/>
                  </a:lnTo>
                  <a:cubicBezTo>
                    <a:pt x="7846" y="5595"/>
                    <a:pt x="7837" y="5562"/>
                    <a:pt x="7837" y="5526"/>
                  </a:cubicBezTo>
                  <a:cubicBezTo>
                    <a:pt x="7837" y="5360"/>
                    <a:pt x="7972" y="5225"/>
                    <a:pt x="8139" y="5225"/>
                  </a:cubicBezTo>
                  <a:cubicBezTo>
                    <a:pt x="8305" y="5225"/>
                    <a:pt x="8440" y="5360"/>
                    <a:pt x="8440" y="5526"/>
                  </a:cubicBezTo>
                  <a:cubicBezTo>
                    <a:pt x="8440" y="5562"/>
                    <a:pt x="8431" y="5595"/>
                    <a:pt x="8420" y="5627"/>
                  </a:cubicBezTo>
                  <a:lnTo>
                    <a:pt x="8440" y="5627"/>
                  </a:lnTo>
                  <a:lnTo>
                    <a:pt x="8440" y="7838"/>
                  </a:lnTo>
                  <a:cubicBezTo>
                    <a:pt x="8440" y="8392"/>
                    <a:pt x="7990" y="8842"/>
                    <a:pt x="7435" y="8842"/>
                  </a:cubicBezTo>
                  <a:lnTo>
                    <a:pt x="1004" y="8842"/>
                  </a:lnTo>
                  <a:cubicBezTo>
                    <a:pt x="449" y="8842"/>
                    <a:pt x="0" y="8392"/>
                    <a:pt x="0" y="7838"/>
                  </a:cubicBezTo>
                  <a:lnTo>
                    <a:pt x="0" y="1004"/>
                  </a:lnTo>
                  <a:cubicBezTo>
                    <a:pt x="0" y="449"/>
                    <a:pt x="449" y="0"/>
                    <a:pt x="1004" y="0"/>
                  </a:cubicBezTo>
                  <a:lnTo>
                    <a:pt x="7435" y="0"/>
                  </a:lnTo>
                  <a:cubicBezTo>
                    <a:pt x="7686" y="0"/>
                    <a:pt x="7913" y="94"/>
                    <a:pt x="8088" y="246"/>
                  </a:cubicBezTo>
                  <a:cubicBezTo>
                    <a:pt x="8139" y="277"/>
                    <a:pt x="8182" y="319"/>
                    <a:pt x="8208" y="373"/>
                  </a:cubicBezTo>
                  <a:cubicBezTo>
                    <a:pt x="8216" y="383"/>
                    <a:pt x="8227" y="391"/>
                    <a:pt x="8235" y="402"/>
                  </a:cubicBezTo>
                  <a:lnTo>
                    <a:pt x="8219" y="402"/>
                  </a:lnTo>
                  <a:cubicBezTo>
                    <a:pt x="8231" y="433"/>
                    <a:pt x="8239" y="466"/>
                    <a:pt x="8239" y="502"/>
                  </a:cubicBezTo>
                  <a:cubicBezTo>
                    <a:pt x="8239" y="668"/>
                    <a:pt x="8104" y="804"/>
                    <a:pt x="7938" y="8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2" name="instructor-giving-a-lecture-with-circular-graphic-on-screen_43194">
              <a:extLst>
                <a:ext uri="{FF2B5EF4-FFF2-40B4-BE49-F238E27FC236}">
                  <a16:creationId xmlns:a16="http://schemas.microsoft.com/office/drawing/2014/main" id="{54405246-CCE2-4201-BBB1-D3F3EB6E740D}"/>
                </a:ext>
              </a:extLst>
            </p:cNvPr>
            <p:cNvSpPr/>
            <p:nvPr/>
          </p:nvSpPr>
          <p:spPr>
            <a:xfrm>
              <a:off x="2769234" y="4140311"/>
              <a:ext cx="201665" cy="185738"/>
            </a:xfrm>
            <a:custGeom>
              <a:avLst/>
              <a:gdLst>
                <a:gd name="T0" fmla="*/ 6630 w 9601"/>
                <a:gd name="T1" fmla="*/ 6215 h 8842"/>
                <a:gd name="T2" fmla="*/ 6552 w 9601"/>
                <a:gd name="T3" fmla="*/ 6294 h 8842"/>
                <a:gd name="T4" fmla="*/ 5222 w 9601"/>
                <a:gd name="T5" fmla="*/ 6795 h 8842"/>
                <a:gd name="T6" fmla="*/ 5249 w 9601"/>
                <a:gd name="T7" fmla="*/ 5423 h 8842"/>
                <a:gd name="T8" fmla="*/ 5274 w 9601"/>
                <a:gd name="T9" fmla="*/ 5318 h 8842"/>
                <a:gd name="T10" fmla="*/ 8324 w 9601"/>
                <a:gd name="T11" fmla="*/ 1081 h 8842"/>
                <a:gd name="T12" fmla="*/ 9445 w 9601"/>
                <a:gd name="T13" fmla="*/ 1925 h 8842"/>
                <a:gd name="T14" fmla="*/ 9497 w 9601"/>
                <a:gd name="T15" fmla="*/ 2189 h 8842"/>
                <a:gd name="T16" fmla="*/ 7874 w 9601"/>
                <a:gd name="T17" fmla="*/ 2407 h 8842"/>
                <a:gd name="T18" fmla="*/ 5594 w 9601"/>
                <a:gd name="T19" fmla="*/ 6310 h 8842"/>
                <a:gd name="T20" fmla="*/ 8578 w 9601"/>
                <a:gd name="T21" fmla="*/ 2918 h 8842"/>
                <a:gd name="T22" fmla="*/ 8797 w 9601"/>
                <a:gd name="T23" fmla="*/ 2610 h 8842"/>
                <a:gd name="T24" fmla="*/ 8414 w 9601"/>
                <a:gd name="T25" fmla="*/ 1665 h 8842"/>
                <a:gd name="T26" fmla="*/ 1808 w 9601"/>
                <a:gd name="T27" fmla="*/ 6833 h 8842"/>
                <a:gd name="T28" fmla="*/ 1205 w 9601"/>
                <a:gd name="T29" fmla="*/ 6431 h 8842"/>
                <a:gd name="T30" fmla="*/ 1808 w 9601"/>
                <a:gd name="T31" fmla="*/ 6029 h 8842"/>
                <a:gd name="T32" fmla="*/ 1808 w 9601"/>
                <a:gd name="T33" fmla="*/ 6833 h 8842"/>
                <a:gd name="T34" fmla="*/ 1607 w 9601"/>
                <a:gd name="T35" fmla="*/ 2813 h 8842"/>
                <a:gd name="T36" fmla="*/ 1607 w 9601"/>
                <a:gd name="T37" fmla="*/ 2009 h 8842"/>
                <a:gd name="T38" fmla="*/ 2210 w 9601"/>
                <a:gd name="T39" fmla="*/ 2411 h 8842"/>
                <a:gd name="T40" fmla="*/ 1808 w 9601"/>
                <a:gd name="T41" fmla="*/ 4823 h 8842"/>
                <a:gd name="T42" fmla="*/ 1205 w 9601"/>
                <a:gd name="T43" fmla="*/ 4421 h 8842"/>
                <a:gd name="T44" fmla="*/ 1808 w 9601"/>
                <a:gd name="T45" fmla="*/ 4019 h 8842"/>
                <a:gd name="T46" fmla="*/ 1808 w 9601"/>
                <a:gd name="T47" fmla="*/ 4823 h 8842"/>
                <a:gd name="T48" fmla="*/ 4019 w 9601"/>
                <a:gd name="T49" fmla="*/ 6029 h 8842"/>
                <a:gd name="T50" fmla="*/ 4019 w 9601"/>
                <a:gd name="T51" fmla="*/ 6833 h 8842"/>
                <a:gd name="T52" fmla="*/ 2813 w 9601"/>
                <a:gd name="T53" fmla="*/ 6431 h 8842"/>
                <a:gd name="T54" fmla="*/ 2813 w 9601"/>
                <a:gd name="T55" fmla="*/ 2411 h 8842"/>
                <a:gd name="T56" fmla="*/ 6029 w 9601"/>
                <a:gd name="T57" fmla="*/ 2009 h 8842"/>
                <a:gd name="T58" fmla="*/ 6029 w 9601"/>
                <a:gd name="T59" fmla="*/ 2813 h 8842"/>
                <a:gd name="T60" fmla="*/ 2813 w 9601"/>
                <a:gd name="T61" fmla="*/ 2411 h 8842"/>
                <a:gd name="T62" fmla="*/ 3215 w 9601"/>
                <a:gd name="T63" fmla="*/ 4823 h 8842"/>
                <a:gd name="T64" fmla="*/ 3215 w 9601"/>
                <a:gd name="T65" fmla="*/ 4019 h 8842"/>
                <a:gd name="T66" fmla="*/ 5024 w 9601"/>
                <a:gd name="T67" fmla="*/ 4421 h 8842"/>
                <a:gd name="T68" fmla="*/ 7938 w 9601"/>
                <a:gd name="T69" fmla="*/ 804 h 8842"/>
                <a:gd name="T70" fmla="*/ 7837 w 9601"/>
                <a:gd name="T71" fmla="*/ 804 h 8842"/>
                <a:gd name="T72" fmla="*/ 7435 w 9601"/>
                <a:gd name="T73" fmla="*/ 603 h 8842"/>
                <a:gd name="T74" fmla="*/ 602 w 9601"/>
                <a:gd name="T75" fmla="*/ 1004 h 8842"/>
                <a:gd name="T76" fmla="*/ 1004 w 9601"/>
                <a:gd name="T77" fmla="*/ 8239 h 8842"/>
                <a:gd name="T78" fmla="*/ 7837 w 9601"/>
                <a:gd name="T79" fmla="*/ 7838 h 8842"/>
                <a:gd name="T80" fmla="*/ 7858 w 9601"/>
                <a:gd name="T81" fmla="*/ 5627 h 8842"/>
                <a:gd name="T82" fmla="*/ 8139 w 9601"/>
                <a:gd name="T83" fmla="*/ 5225 h 8842"/>
                <a:gd name="T84" fmla="*/ 8420 w 9601"/>
                <a:gd name="T85" fmla="*/ 5627 h 8842"/>
                <a:gd name="T86" fmla="*/ 8440 w 9601"/>
                <a:gd name="T87" fmla="*/ 7838 h 8842"/>
                <a:gd name="T88" fmla="*/ 1004 w 9601"/>
                <a:gd name="T89" fmla="*/ 8842 h 8842"/>
                <a:gd name="T90" fmla="*/ 0 w 9601"/>
                <a:gd name="T91" fmla="*/ 1004 h 8842"/>
                <a:gd name="T92" fmla="*/ 7435 w 9601"/>
                <a:gd name="T93" fmla="*/ 0 h 8842"/>
                <a:gd name="T94" fmla="*/ 8208 w 9601"/>
                <a:gd name="T95" fmla="*/ 373 h 8842"/>
                <a:gd name="T96" fmla="*/ 8219 w 9601"/>
                <a:gd name="T97" fmla="*/ 402 h 8842"/>
                <a:gd name="T98" fmla="*/ 7938 w 9601"/>
                <a:gd name="T99" fmla="*/ 804 h 8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1" h="8842">
                  <a:moveTo>
                    <a:pt x="9497" y="2189"/>
                  </a:moveTo>
                  <a:lnTo>
                    <a:pt x="6630" y="6215"/>
                  </a:lnTo>
                  <a:lnTo>
                    <a:pt x="6604" y="6267"/>
                  </a:lnTo>
                  <a:lnTo>
                    <a:pt x="6552" y="6294"/>
                  </a:lnTo>
                  <a:lnTo>
                    <a:pt x="5483" y="6689"/>
                  </a:lnTo>
                  <a:lnTo>
                    <a:pt x="5222" y="6795"/>
                  </a:lnTo>
                  <a:lnTo>
                    <a:pt x="5222" y="6531"/>
                  </a:lnTo>
                  <a:lnTo>
                    <a:pt x="5249" y="5423"/>
                  </a:lnTo>
                  <a:lnTo>
                    <a:pt x="5249" y="5371"/>
                  </a:lnTo>
                  <a:lnTo>
                    <a:pt x="5274" y="5318"/>
                  </a:lnTo>
                  <a:lnTo>
                    <a:pt x="8220" y="1239"/>
                  </a:lnTo>
                  <a:lnTo>
                    <a:pt x="8324" y="1081"/>
                  </a:lnTo>
                  <a:lnTo>
                    <a:pt x="8480" y="1187"/>
                  </a:lnTo>
                  <a:lnTo>
                    <a:pt x="9445" y="1925"/>
                  </a:lnTo>
                  <a:lnTo>
                    <a:pt x="9601" y="2031"/>
                  </a:lnTo>
                  <a:lnTo>
                    <a:pt x="9497" y="2189"/>
                  </a:lnTo>
                  <a:close/>
                  <a:moveTo>
                    <a:pt x="8578" y="2918"/>
                  </a:moveTo>
                  <a:lnTo>
                    <a:pt x="7874" y="2407"/>
                  </a:lnTo>
                  <a:lnTo>
                    <a:pt x="5612" y="5511"/>
                  </a:lnTo>
                  <a:lnTo>
                    <a:pt x="5594" y="6310"/>
                  </a:lnTo>
                  <a:lnTo>
                    <a:pt x="6366" y="6024"/>
                  </a:lnTo>
                  <a:lnTo>
                    <a:pt x="8578" y="2918"/>
                  </a:lnTo>
                  <a:close/>
                  <a:moveTo>
                    <a:pt x="8097" y="2101"/>
                  </a:moveTo>
                  <a:lnTo>
                    <a:pt x="8797" y="2610"/>
                  </a:lnTo>
                  <a:lnTo>
                    <a:pt x="9098" y="2188"/>
                  </a:lnTo>
                  <a:lnTo>
                    <a:pt x="8414" y="1665"/>
                  </a:lnTo>
                  <a:lnTo>
                    <a:pt x="8097" y="2101"/>
                  </a:lnTo>
                  <a:close/>
                  <a:moveTo>
                    <a:pt x="1808" y="6833"/>
                  </a:moveTo>
                  <a:lnTo>
                    <a:pt x="1607" y="6833"/>
                  </a:lnTo>
                  <a:cubicBezTo>
                    <a:pt x="1385" y="6833"/>
                    <a:pt x="1205" y="6653"/>
                    <a:pt x="1205" y="6431"/>
                  </a:cubicBezTo>
                  <a:cubicBezTo>
                    <a:pt x="1205" y="6209"/>
                    <a:pt x="1385" y="6029"/>
                    <a:pt x="1607" y="6029"/>
                  </a:cubicBezTo>
                  <a:lnTo>
                    <a:pt x="1808" y="6029"/>
                  </a:lnTo>
                  <a:cubicBezTo>
                    <a:pt x="2030" y="6029"/>
                    <a:pt x="2210" y="6209"/>
                    <a:pt x="2210" y="6431"/>
                  </a:cubicBezTo>
                  <a:cubicBezTo>
                    <a:pt x="2210" y="6653"/>
                    <a:pt x="2030" y="6833"/>
                    <a:pt x="1808" y="6833"/>
                  </a:cubicBezTo>
                  <a:close/>
                  <a:moveTo>
                    <a:pt x="1808" y="2813"/>
                  </a:moveTo>
                  <a:lnTo>
                    <a:pt x="1607" y="2813"/>
                  </a:lnTo>
                  <a:cubicBezTo>
                    <a:pt x="1385" y="2813"/>
                    <a:pt x="1205" y="2633"/>
                    <a:pt x="1205" y="2411"/>
                  </a:cubicBezTo>
                  <a:cubicBezTo>
                    <a:pt x="1205" y="2189"/>
                    <a:pt x="1385" y="2009"/>
                    <a:pt x="1607" y="2009"/>
                  </a:cubicBezTo>
                  <a:lnTo>
                    <a:pt x="1808" y="2009"/>
                  </a:lnTo>
                  <a:cubicBezTo>
                    <a:pt x="2030" y="2009"/>
                    <a:pt x="2210" y="2189"/>
                    <a:pt x="2210" y="2411"/>
                  </a:cubicBezTo>
                  <a:cubicBezTo>
                    <a:pt x="2210" y="2633"/>
                    <a:pt x="2030" y="2813"/>
                    <a:pt x="1808" y="2813"/>
                  </a:cubicBezTo>
                  <a:close/>
                  <a:moveTo>
                    <a:pt x="1808" y="4823"/>
                  </a:moveTo>
                  <a:lnTo>
                    <a:pt x="1607" y="4823"/>
                  </a:lnTo>
                  <a:cubicBezTo>
                    <a:pt x="1385" y="4823"/>
                    <a:pt x="1205" y="4643"/>
                    <a:pt x="1205" y="4421"/>
                  </a:cubicBezTo>
                  <a:cubicBezTo>
                    <a:pt x="1205" y="4199"/>
                    <a:pt x="1385" y="4019"/>
                    <a:pt x="1607" y="4019"/>
                  </a:cubicBezTo>
                  <a:lnTo>
                    <a:pt x="1808" y="4019"/>
                  </a:lnTo>
                  <a:cubicBezTo>
                    <a:pt x="2030" y="4019"/>
                    <a:pt x="2210" y="4199"/>
                    <a:pt x="2210" y="4421"/>
                  </a:cubicBezTo>
                  <a:cubicBezTo>
                    <a:pt x="2210" y="4643"/>
                    <a:pt x="2030" y="4823"/>
                    <a:pt x="1808" y="4823"/>
                  </a:cubicBezTo>
                  <a:close/>
                  <a:moveTo>
                    <a:pt x="3215" y="6029"/>
                  </a:moveTo>
                  <a:lnTo>
                    <a:pt x="4019" y="6029"/>
                  </a:lnTo>
                  <a:cubicBezTo>
                    <a:pt x="4241" y="6029"/>
                    <a:pt x="4421" y="6209"/>
                    <a:pt x="4421" y="6431"/>
                  </a:cubicBezTo>
                  <a:cubicBezTo>
                    <a:pt x="4421" y="6653"/>
                    <a:pt x="4241" y="6833"/>
                    <a:pt x="4019" y="6833"/>
                  </a:cubicBezTo>
                  <a:lnTo>
                    <a:pt x="3215" y="6833"/>
                  </a:lnTo>
                  <a:cubicBezTo>
                    <a:pt x="2993" y="6833"/>
                    <a:pt x="2813" y="6653"/>
                    <a:pt x="2813" y="6431"/>
                  </a:cubicBezTo>
                  <a:cubicBezTo>
                    <a:pt x="2813" y="6209"/>
                    <a:pt x="2993" y="6029"/>
                    <a:pt x="3215" y="6029"/>
                  </a:cubicBezTo>
                  <a:close/>
                  <a:moveTo>
                    <a:pt x="2813" y="2411"/>
                  </a:moveTo>
                  <a:cubicBezTo>
                    <a:pt x="2813" y="2189"/>
                    <a:pt x="2993" y="2009"/>
                    <a:pt x="3215" y="2009"/>
                  </a:cubicBezTo>
                  <a:lnTo>
                    <a:pt x="6029" y="2009"/>
                  </a:lnTo>
                  <a:cubicBezTo>
                    <a:pt x="6251" y="2009"/>
                    <a:pt x="6431" y="2189"/>
                    <a:pt x="6431" y="2411"/>
                  </a:cubicBezTo>
                  <a:cubicBezTo>
                    <a:pt x="6431" y="2633"/>
                    <a:pt x="6251" y="2813"/>
                    <a:pt x="6029" y="2813"/>
                  </a:cubicBezTo>
                  <a:lnTo>
                    <a:pt x="3215" y="2813"/>
                  </a:lnTo>
                  <a:cubicBezTo>
                    <a:pt x="2993" y="2813"/>
                    <a:pt x="2813" y="2633"/>
                    <a:pt x="2813" y="2411"/>
                  </a:cubicBezTo>
                  <a:close/>
                  <a:moveTo>
                    <a:pt x="4622" y="4823"/>
                  </a:moveTo>
                  <a:lnTo>
                    <a:pt x="3215" y="4823"/>
                  </a:lnTo>
                  <a:cubicBezTo>
                    <a:pt x="2993" y="4823"/>
                    <a:pt x="2813" y="4643"/>
                    <a:pt x="2813" y="4421"/>
                  </a:cubicBezTo>
                  <a:cubicBezTo>
                    <a:pt x="2813" y="4199"/>
                    <a:pt x="2993" y="4019"/>
                    <a:pt x="3215" y="4019"/>
                  </a:cubicBezTo>
                  <a:lnTo>
                    <a:pt x="4622" y="4019"/>
                  </a:lnTo>
                  <a:cubicBezTo>
                    <a:pt x="4844" y="4019"/>
                    <a:pt x="5024" y="4199"/>
                    <a:pt x="5024" y="4421"/>
                  </a:cubicBezTo>
                  <a:cubicBezTo>
                    <a:pt x="5024" y="4643"/>
                    <a:pt x="4844" y="4823"/>
                    <a:pt x="4622" y="4823"/>
                  </a:cubicBezTo>
                  <a:close/>
                  <a:moveTo>
                    <a:pt x="7938" y="804"/>
                  </a:moveTo>
                  <a:cubicBezTo>
                    <a:pt x="7902" y="804"/>
                    <a:pt x="7869" y="794"/>
                    <a:pt x="7837" y="783"/>
                  </a:cubicBezTo>
                  <a:lnTo>
                    <a:pt x="7837" y="804"/>
                  </a:lnTo>
                  <a:lnTo>
                    <a:pt x="7781" y="804"/>
                  </a:lnTo>
                  <a:cubicBezTo>
                    <a:pt x="7712" y="684"/>
                    <a:pt x="7584" y="603"/>
                    <a:pt x="7435" y="603"/>
                  </a:cubicBezTo>
                  <a:lnTo>
                    <a:pt x="1004" y="603"/>
                  </a:lnTo>
                  <a:cubicBezTo>
                    <a:pt x="782" y="603"/>
                    <a:pt x="602" y="783"/>
                    <a:pt x="602" y="1004"/>
                  </a:cubicBezTo>
                  <a:lnTo>
                    <a:pt x="602" y="7838"/>
                  </a:lnTo>
                  <a:cubicBezTo>
                    <a:pt x="602" y="8060"/>
                    <a:pt x="782" y="8239"/>
                    <a:pt x="1004" y="8239"/>
                  </a:cubicBezTo>
                  <a:lnTo>
                    <a:pt x="7435" y="8239"/>
                  </a:lnTo>
                  <a:cubicBezTo>
                    <a:pt x="7657" y="8239"/>
                    <a:pt x="7837" y="8060"/>
                    <a:pt x="7837" y="7838"/>
                  </a:cubicBezTo>
                  <a:lnTo>
                    <a:pt x="7837" y="5627"/>
                  </a:lnTo>
                  <a:lnTo>
                    <a:pt x="7858" y="5627"/>
                  </a:lnTo>
                  <a:cubicBezTo>
                    <a:pt x="7846" y="5595"/>
                    <a:pt x="7837" y="5562"/>
                    <a:pt x="7837" y="5526"/>
                  </a:cubicBezTo>
                  <a:cubicBezTo>
                    <a:pt x="7837" y="5360"/>
                    <a:pt x="7972" y="5225"/>
                    <a:pt x="8139" y="5225"/>
                  </a:cubicBezTo>
                  <a:cubicBezTo>
                    <a:pt x="8305" y="5225"/>
                    <a:pt x="8440" y="5360"/>
                    <a:pt x="8440" y="5526"/>
                  </a:cubicBezTo>
                  <a:cubicBezTo>
                    <a:pt x="8440" y="5562"/>
                    <a:pt x="8431" y="5595"/>
                    <a:pt x="8420" y="5627"/>
                  </a:cubicBezTo>
                  <a:lnTo>
                    <a:pt x="8440" y="5627"/>
                  </a:lnTo>
                  <a:lnTo>
                    <a:pt x="8440" y="7838"/>
                  </a:lnTo>
                  <a:cubicBezTo>
                    <a:pt x="8440" y="8392"/>
                    <a:pt x="7990" y="8842"/>
                    <a:pt x="7435" y="8842"/>
                  </a:cubicBezTo>
                  <a:lnTo>
                    <a:pt x="1004" y="8842"/>
                  </a:lnTo>
                  <a:cubicBezTo>
                    <a:pt x="449" y="8842"/>
                    <a:pt x="0" y="8392"/>
                    <a:pt x="0" y="7838"/>
                  </a:cubicBezTo>
                  <a:lnTo>
                    <a:pt x="0" y="1004"/>
                  </a:lnTo>
                  <a:cubicBezTo>
                    <a:pt x="0" y="449"/>
                    <a:pt x="449" y="0"/>
                    <a:pt x="1004" y="0"/>
                  </a:cubicBezTo>
                  <a:lnTo>
                    <a:pt x="7435" y="0"/>
                  </a:lnTo>
                  <a:cubicBezTo>
                    <a:pt x="7686" y="0"/>
                    <a:pt x="7913" y="94"/>
                    <a:pt x="8088" y="246"/>
                  </a:cubicBezTo>
                  <a:cubicBezTo>
                    <a:pt x="8139" y="277"/>
                    <a:pt x="8182" y="319"/>
                    <a:pt x="8208" y="373"/>
                  </a:cubicBezTo>
                  <a:cubicBezTo>
                    <a:pt x="8216" y="383"/>
                    <a:pt x="8227" y="391"/>
                    <a:pt x="8235" y="402"/>
                  </a:cubicBezTo>
                  <a:lnTo>
                    <a:pt x="8219" y="402"/>
                  </a:lnTo>
                  <a:cubicBezTo>
                    <a:pt x="8231" y="433"/>
                    <a:pt x="8239" y="466"/>
                    <a:pt x="8239" y="502"/>
                  </a:cubicBezTo>
                  <a:cubicBezTo>
                    <a:pt x="8239" y="668"/>
                    <a:pt x="8104" y="804"/>
                    <a:pt x="7938" y="8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3" name="instructor-giving-a-lecture-with-circular-graphic-on-screen_43194">
              <a:extLst>
                <a:ext uri="{FF2B5EF4-FFF2-40B4-BE49-F238E27FC236}">
                  <a16:creationId xmlns:a16="http://schemas.microsoft.com/office/drawing/2014/main" id="{54405246-CCE2-4201-BBB1-D3F3EB6E740D}"/>
                </a:ext>
              </a:extLst>
            </p:cNvPr>
            <p:cNvSpPr/>
            <p:nvPr/>
          </p:nvSpPr>
          <p:spPr>
            <a:xfrm>
              <a:off x="7255231" y="4140311"/>
              <a:ext cx="201665" cy="185738"/>
            </a:xfrm>
            <a:custGeom>
              <a:avLst/>
              <a:gdLst>
                <a:gd name="T0" fmla="*/ 6630 w 9601"/>
                <a:gd name="T1" fmla="*/ 6215 h 8842"/>
                <a:gd name="T2" fmla="*/ 6552 w 9601"/>
                <a:gd name="T3" fmla="*/ 6294 h 8842"/>
                <a:gd name="T4" fmla="*/ 5222 w 9601"/>
                <a:gd name="T5" fmla="*/ 6795 h 8842"/>
                <a:gd name="T6" fmla="*/ 5249 w 9601"/>
                <a:gd name="T7" fmla="*/ 5423 h 8842"/>
                <a:gd name="T8" fmla="*/ 5274 w 9601"/>
                <a:gd name="T9" fmla="*/ 5318 h 8842"/>
                <a:gd name="T10" fmla="*/ 8324 w 9601"/>
                <a:gd name="T11" fmla="*/ 1081 h 8842"/>
                <a:gd name="T12" fmla="*/ 9445 w 9601"/>
                <a:gd name="T13" fmla="*/ 1925 h 8842"/>
                <a:gd name="T14" fmla="*/ 9497 w 9601"/>
                <a:gd name="T15" fmla="*/ 2189 h 8842"/>
                <a:gd name="T16" fmla="*/ 7874 w 9601"/>
                <a:gd name="T17" fmla="*/ 2407 h 8842"/>
                <a:gd name="T18" fmla="*/ 5594 w 9601"/>
                <a:gd name="T19" fmla="*/ 6310 h 8842"/>
                <a:gd name="T20" fmla="*/ 8578 w 9601"/>
                <a:gd name="T21" fmla="*/ 2918 h 8842"/>
                <a:gd name="T22" fmla="*/ 8797 w 9601"/>
                <a:gd name="T23" fmla="*/ 2610 h 8842"/>
                <a:gd name="T24" fmla="*/ 8414 w 9601"/>
                <a:gd name="T25" fmla="*/ 1665 h 8842"/>
                <a:gd name="T26" fmla="*/ 1808 w 9601"/>
                <a:gd name="T27" fmla="*/ 6833 h 8842"/>
                <a:gd name="T28" fmla="*/ 1205 w 9601"/>
                <a:gd name="T29" fmla="*/ 6431 h 8842"/>
                <a:gd name="T30" fmla="*/ 1808 w 9601"/>
                <a:gd name="T31" fmla="*/ 6029 h 8842"/>
                <a:gd name="T32" fmla="*/ 1808 w 9601"/>
                <a:gd name="T33" fmla="*/ 6833 h 8842"/>
                <a:gd name="T34" fmla="*/ 1607 w 9601"/>
                <a:gd name="T35" fmla="*/ 2813 h 8842"/>
                <a:gd name="T36" fmla="*/ 1607 w 9601"/>
                <a:gd name="T37" fmla="*/ 2009 h 8842"/>
                <a:gd name="T38" fmla="*/ 2210 w 9601"/>
                <a:gd name="T39" fmla="*/ 2411 h 8842"/>
                <a:gd name="T40" fmla="*/ 1808 w 9601"/>
                <a:gd name="T41" fmla="*/ 4823 h 8842"/>
                <a:gd name="T42" fmla="*/ 1205 w 9601"/>
                <a:gd name="T43" fmla="*/ 4421 h 8842"/>
                <a:gd name="T44" fmla="*/ 1808 w 9601"/>
                <a:gd name="T45" fmla="*/ 4019 h 8842"/>
                <a:gd name="T46" fmla="*/ 1808 w 9601"/>
                <a:gd name="T47" fmla="*/ 4823 h 8842"/>
                <a:gd name="T48" fmla="*/ 4019 w 9601"/>
                <a:gd name="T49" fmla="*/ 6029 h 8842"/>
                <a:gd name="T50" fmla="*/ 4019 w 9601"/>
                <a:gd name="T51" fmla="*/ 6833 h 8842"/>
                <a:gd name="T52" fmla="*/ 2813 w 9601"/>
                <a:gd name="T53" fmla="*/ 6431 h 8842"/>
                <a:gd name="T54" fmla="*/ 2813 w 9601"/>
                <a:gd name="T55" fmla="*/ 2411 h 8842"/>
                <a:gd name="T56" fmla="*/ 6029 w 9601"/>
                <a:gd name="T57" fmla="*/ 2009 h 8842"/>
                <a:gd name="T58" fmla="*/ 6029 w 9601"/>
                <a:gd name="T59" fmla="*/ 2813 h 8842"/>
                <a:gd name="T60" fmla="*/ 2813 w 9601"/>
                <a:gd name="T61" fmla="*/ 2411 h 8842"/>
                <a:gd name="T62" fmla="*/ 3215 w 9601"/>
                <a:gd name="T63" fmla="*/ 4823 h 8842"/>
                <a:gd name="T64" fmla="*/ 3215 w 9601"/>
                <a:gd name="T65" fmla="*/ 4019 h 8842"/>
                <a:gd name="T66" fmla="*/ 5024 w 9601"/>
                <a:gd name="T67" fmla="*/ 4421 h 8842"/>
                <a:gd name="T68" fmla="*/ 7938 w 9601"/>
                <a:gd name="T69" fmla="*/ 804 h 8842"/>
                <a:gd name="T70" fmla="*/ 7837 w 9601"/>
                <a:gd name="T71" fmla="*/ 804 h 8842"/>
                <a:gd name="T72" fmla="*/ 7435 w 9601"/>
                <a:gd name="T73" fmla="*/ 603 h 8842"/>
                <a:gd name="T74" fmla="*/ 602 w 9601"/>
                <a:gd name="T75" fmla="*/ 1004 h 8842"/>
                <a:gd name="T76" fmla="*/ 1004 w 9601"/>
                <a:gd name="T77" fmla="*/ 8239 h 8842"/>
                <a:gd name="T78" fmla="*/ 7837 w 9601"/>
                <a:gd name="T79" fmla="*/ 7838 h 8842"/>
                <a:gd name="T80" fmla="*/ 7858 w 9601"/>
                <a:gd name="T81" fmla="*/ 5627 h 8842"/>
                <a:gd name="T82" fmla="*/ 8139 w 9601"/>
                <a:gd name="T83" fmla="*/ 5225 h 8842"/>
                <a:gd name="T84" fmla="*/ 8420 w 9601"/>
                <a:gd name="T85" fmla="*/ 5627 h 8842"/>
                <a:gd name="T86" fmla="*/ 8440 w 9601"/>
                <a:gd name="T87" fmla="*/ 7838 h 8842"/>
                <a:gd name="T88" fmla="*/ 1004 w 9601"/>
                <a:gd name="T89" fmla="*/ 8842 h 8842"/>
                <a:gd name="T90" fmla="*/ 0 w 9601"/>
                <a:gd name="T91" fmla="*/ 1004 h 8842"/>
                <a:gd name="T92" fmla="*/ 7435 w 9601"/>
                <a:gd name="T93" fmla="*/ 0 h 8842"/>
                <a:gd name="T94" fmla="*/ 8208 w 9601"/>
                <a:gd name="T95" fmla="*/ 373 h 8842"/>
                <a:gd name="T96" fmla="*/ 8219 w 9601"/>
                <a:gd name="T97" fmla="*/ 402 h 8842"/>
                <a:gd name="T98" fmla="*/ 7938 w 9601"/>
                <a:gd name="T99" fmla="*/ 804 h 8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601" h="8842">
                  <a:moveTo>
                    <a:pt x="9497" y="2189"/>
                  </a:moveTo>
                  <a:lnTo>
                    <a:pt x="6630" y="6215"/>
                  </a:lnTo>
                  <a:lnTo>
                    <a:pt x="6604" y="6267"/>
                  </a:lnTo>
                  <a:lnTo>
                    <a:pt x="6552" y="6294"/>
                  </a:lnTo>
                  <a:lnTo>
                    <a:pt x="5483" y="6689"/>
                  </a:lnTo>
                  <a:lnTo>
                    <a:pt x="5222" y="6795"/>
                  </a:lnTo>
                  <a:lnTo>
                    <a:pt x="5222" y="6531"/>
                  </a:lnTo>
                  <a:lnTo>
                    <a:pt x="5249" y="5423"/>
                  </a:lnTo>
                  <a:lnTo>
                    <a:pt x="5249" y="5371"/>
                  </a:lnTo>
                  <a:lnTo>
                    <a:pt x="5274" y="5318"/>
                  </a:lnTo>
                  <a:lnTo>
                    <a:pt x="8220" y="1239"/>
                  </a:lnTo>
                  <a:lnTo>
                    <a:pt x="8324" y="1081"/>
                  </a:lnTo>
                  <a:lnTo>
                    <a:pt x="8480" y="1187"/>
                  </a:lnTo>
                  <a:lnTo>
                    <a:pt x="9445" y="1925"/>
                  </a:lnTo>
                  <a:lnTo>
                    <a:pt x="9601" y="2031"/>
                  </a:lnTo>
                  <a:lnTo>
                    <a:pt x="9497" y="2189"/>
                  </a:lnTo>
                  <a:close/>
                  <a:moveTo>
                    <a:pt x="8578" y="2918"/>
                  </a:moveTo>
                  <a:lnTo>
                    <a:pt x="7874" y="2407"/>
                  </a:lnTo>
                  <a:lnTo>
                    <a:pt x="5612" y="5511"/>
                  </a:lnTo>
                  <a:lnTo>
                    <a:pt x="5594" y="6310"/>
                  </a:lnTo>
                  <a:lnTo>
                    <a:pt x="6366" y="6024"/>
                  </a:lnTo>
                  <a:lnTo>
                    <a:pt x="8578" y="2918"/>
                  </a:lnTo>
                  <a:close/>
                  <a:moveTo>
                    <a:pt x="8097" y="2101"/>
                  </a:moveTo>
                  <a:lnTo>
                    <a:pt x="8797" y="2610"/>
                  </a:lnTo>
                  <a:lnTo>
                    <a:pt x="9098" y="2188"/>
                  </a:lnTo>
                  <a:lnTo>
                    <a:pt x="8414" y="1665"/>
                  </a:lnTo>
                  <a:lnTo>
                    <a:pt x="8097" y="2101"/>
                  </a:lnTo>
                  <a:close/>
                  <a:moveTo>
                    <a:pt x="1808" y="6833"/>
                  </a:moveTo>
                  <a:lnTo>
                    <a:pt x="1607" y="6833"/>
                  </a:lnTo>
                  <a:cubicBezTo>
                    <a:pt x="1385" y="6833"/>
                    <a:pt x="1205" y="6653"/>
                    <a:pt x="1205" y="6431"/>
                  </a:cubicBezTo>
                  <a:cubicBezTo>
                    <a:pt x="1205" y="6209"/>
                    <a:pt x="1385" y="6029"/>
                    <a:pt x="1607" y="6029"/>
                  </a:cubicBezTo>
                  <a:lnTo>
                    <a:pt x="1808" y="6029"/>
                  </a:lnTo>
                  <a:cubicBezTo>
                    <a:pt x="2030" y="6029"/>
                    <a:pt x="2210" y="6209"/>
                    <a:pt x="2210" y="6431"/>
                  </a:cubicBezTo>
                  <a:cubicBezTo>
                    <a:pt x="2210" y="6653"/>
                    <a:pt x="2030" y="6833"/>
                    <a:pt x="1808" y="6833"/>
                  </a:cubicBezTo>
                  <a:close/>
                  <a:moveTo>
                    <a:pt x="1808" y="2813"/>
                  </a:moveTo>
                  <a:lnTo>
                    <a:pt x="1607" y="2813"/>
                  </a:lnTo>
                  <a:cubicBezTo>
                    <a:pt x="1385" y="2813"/>
                    <a:pt x="1205" y="2633"/>
                    <a:pt x="1205" y="2411"/>
                  </a:cubicBezTo>
                  <a:cubicBezTo>
                    <a:pt x="1205" y="2189"/>
                    <a:pt x="1385" y="2009"/>
                    <a:pt x="1607" y="2009"/>
                  </a:cubicBezTo>
                  <a:lnTo>
                    <a:pt x="1808" y="2009"/>
                  </a:lnTo>
                  <a:cubicBezTo>
                    <a:pt x="2030" y="2009"/>
                    <a:pt x="2210" y="2189"/>
                    <a:pt x="2210" y="2411"/>
                  </a:cubicBezTo>
                  <a:cubicBezTo>
                    <a:pt x="2210" y="2633"/>
                    <a:pt x="2030" y="2813"/>
                    <a:pt x="1808" y="2813"/>
                  </a:cubicBezTo>
                  <a:close/>
                  <a:moveTo>
                    <a:pt x="1808" y="4823"/>
                  </a:moveTo>
                  <a:lnTo>
                    <a:pt x="1607" y="4823"/>
                  </a:lnTo>
                  <a:cubicBezTo>
                    <a:pt x="1385" y="4823"/>
                    <a:pt x="1205" y="4643"/>
                    <a:pt x="1205" y="4421"/>
                  </a:cubicBezTo>
                  <a:cubicBezTo>
                    <a:pt x="1205" y="4199"/>
                    <a:pt x="1385" y="4019"/>
                    <a:pt x="1607" y="4019"/>
                  </a:cubicBezTo>
                  <a:lnTo>
                    <a:pt x="1808" y="4019"/>
                  </a:lnTo>
                  <a:cubicBezTo>
                    <a:pt x="2030" y="4019"/>
                    <a:pt x="2210" y="4199"/>
                    <a:pt x="2210" y="4421"/>
                  </a:cubicBezTo>
                  <a:cubicBezTo>
                    <a:pt x="2210" y="4643"/>
                    <a:pt x="2030" y="4823"/>
                    <a:pt x="1808" y="4823"/>
                  </a:cubicBezTo>
                  <a:close/>
                  <a:moveTo>
                    <a:pt x="3215" y="6029"/>
                  </a:moveTo>
                  <a:lnTo>
                    <a:pt x="4019" y="6029"/>
                  </a:lnTo>
                  <a:cubicBezTo>
                    <a:pt x="4241" y="6029"/>
                    <a:pt x="4421" y="6209"/>
                    <a:pt x="4421" y="6431"/>
                  </a:cubicBezTo>
                  <a:cubicBezTo>
                    <a:pt x="4421" y="6653"/>
                    <a:pt x="4241" y="6833"/>
                    <a:pt x="4019" y="6833"/>
                  </a:cubicBezTo>
                  <a:lnTo>
                    <a:pt x="3215" y="6833"/>
                  </a:lnTo>
                  <a:cubicBezTo>
                    <a:pt x="2993" y="6833"/>
                    <a:pt x="2813" y="6653"/>
                    <a:pt x="2813" y="6431"/>
                  </a:cubicBezTo>
                  <a:cubicBezTo>
                    <a:pt x="2813" y="6209"/>
                    <a:pt x="2993" y="6029"/>
                    <a:pt x="3215" y="6029"/>
                  </a:cubicBezTo>
                  <a:close/>
                  <a:moveTo>
                    <a:pt x="2813" y="2411"/>
                  </a:moveTo>
                  <a:cubicBezTo>
                    <a:pt x="2813" y="2189"/>
                    <a:pt x="2993" y="2009"/>
                    <a:pt x="3215" y="2009"/>
                  </a:cubicBezTo>
                  <a:lnTo>
                    <a:pt x="6029" y="2009"/>
                  </a:lnTo>
                  <a:cubicBezTo>
                    <a:pt x="6251" y="2009"/>
                    <a:pt x="6431" y="2189"/>
                    <a:pt x="6431" y="2411"/>
                  </a:cubicBezTo>
                  <a:cubicBezTo>
                    <a:pt x="6431" y="2633"/>
                    <a:pt x="6251" y="2813"/>
                    <a:pt x="6029" y="2813"/>
                  </a:cubicBezTo>
                  <a:lnTo>
                    <a:pt x="3215" y="2813"/>
                  </a:lnTo>
                  <a:cubicBezTo>
                    <a:pt x="2993" y="2813"/>
                    <a:pt x="2813" y="2633"/>
                    <a:pt x="2813" y="2411"/>
                  </a:cubicBezTo>
                  <a:close/>
                  <a:moveTo>
                    <a:pt x="4622" y="4823"/>
                  </a:moveTo>
                  <a:lnTo>
                    <a:pt x="3215" y="4823"/>
                  </a:lnTo>
                  <a:cubicBezTo>
                    <a:pt x="2993" y="4823"/>
                    <a:pt x="2813" y="4643"/>
                    <a:pt x="2813" y="4421"/>
                  </a:cubicBezTo>
                  <a:cubicBezTo>
                    <a:pt x="2813" y="4199"/>
                    <a:pt x="2993" y="4019"/>
                    <a:pt x="3215" y="4019"/>
                  </a:cubicBezTo>
                  <a:lnTo>
                    <a:pt x="4622" y="4019"/>
                  </a:lnTo>
                  <a:cubicBezTo>
                    <a:pt x="4844" y="4019"/>
                    <a:pt x="5024" y="4199"/>
                    <a:pt x="5024" y="4421"/>
                  </a:cubicBezTo>
                  <a:cubicBezTo>
                    <a:pt x="5024" y="4643"/>
                    <a:pt x="4844" y="4823"/>
                    <a:pt x="4622" y="4823"/>
                  </a:cubicBezTo>
                  <a:close/>
                  <a:moveTo>
                    <a:pt x="7938" y="804"/>
                  </a:moveTo>
                  <a:cubicBezTo>
                    <a:pt x="7902" y="804"/>
                    <a:pt x="7869" y="794"/>
                    <a:pt x="7837" y="783"/>
                  </a:cubicBezTo>
                  <a:lnTo>
                    <a:pt x="7837" y="804"/>
                  </a:lnTo>
                  <a:lnTo>
                    <a:pt x="7781" y="804"/>
                  </a:lnTo>
                  <a:cubicBezTo>
                    <a:pt x="7712" y="684"/>
                    <a:pt x="7584" y="603"/>
                    <a:pt x="7435" y="603"/>
                  </a:cubicBezTo>
                  <a:lnTo>
                    <a:pt x="1004" y="603"/>
                  </a:lnTo>
                  <a:cubicBezTo>
                    <a:pt x="782" y="603"/>
                    <a:pt x="602" y="783"/>
                    <a:pt x="602" y="1004"/>
                  </a:cubicBezTo>
                  <a:lnTo>
                    <a:pt x="602" y="7838"/>
                  </a:lnTo>
                  <a:cubicBezTo>
                    <a:pt x="602" y="8060"/>
                    <a:pt x="782" y="8239"/>
                    <a:pt x="1004" y="8239"/>
                  </a:cubicBezTo>
                  <a:lnTo>
                    <a:pt x="7435" y="8239"/>
                  </a:lnTo>
                  <a:cubicBezTo>
                    <a:pt x="7657" y="8239"/>
                    <a:pt x="7837" y="8060"/>
                    <a:pt x="7837" y="7838"/>
                  </a:cubicBezTo>
                  <a:lnTo>
                    <a:pt x="7837" y="5627"/>
                  </a:lnTo>
                  <a:lnTo>
                    <a:pt x="7858" y="5627"/>
                  </a:lnTo>
                  <a:cubicBezTo>
                    <a:pt x="7846" y="5595"/>
                    <a:pt x="7837" y="5562"/>
                    <a:pt x="7837" y="5526"/>
                  </a:cubicBezTo>
                  <a:cubicBezTo>
                    <a:pt x="7837" y="5360"/>
                    <a:pt x="7972" y="5225"/>
                    <a:pt x="8139" y="5225"/>
                  </a:cubicBezTo>
                  <a:cubicBezTo>
                    <a:pt x="8305" y="5225"/>
                    <a:pt x="8440" y="5360"/>
                    <a:pt x="8440" y="5526"/>
                  </a:cubicBezTo>
                  <a:cubicBezTo>
                    <a:pt x="8440" y="5562"/>
                    <a:pt x="8431" y="5595"/>
                    <a:pt x="8420" y="5627"/>
                  </a:cubicBezTo>
                  <a:lnTo>
                    <a:pt x="8440" y="5627"/>
                  </a:lnTo>
                  <a:lnTo>
                    <a:pt x="8440" y="7838"/>
                  </a:lnTo>
                  <a:cubicBezTo>
                    <a:pt x="8440" y="8392"/>
                    <a:pt x="7990" y="8842"/>
                    <a:pt x="7435" y="8842"/>
                  </a:cubicBezTo>
                  <a:lnTo>
                    <a:pt x="1004" y="8842"/>
                  </a:lnTo>
                  <a:cubicBezTo>
                    <a:pt x="449" y="8842"/>
                    <a:pt x="0" y="8392"/>
                    <a:pt x="0" y="7838"/>
                  </a:cubicBezTo>
                  <a:lnTo>
                    <a:pt x="0" y="1004"/>
                  </a:lnTo>
                  <a:cubicBezTo>
                    <a:pt x="0" y="449"/>
                    <a:pt x="449" y="0"/>
                    <a:pt x="1004" y="0"/>
                  </a:cubicBezTo>
                  <a:lnTo>
                    <a:pt x="7435" y="0"/>
                  </a:lnTo>
                  <a:cubicBezTo>
                    <a:pt x="7686" y="0"/>
                    <a:pt x="7913" y="94"/>
                    <a:pt x="8088" y="246"/>
                  </a:cubicBezTo>
                  <a:cubicBezTo>
                    <a:pt x="8139" y="277"/>
                    <a:pt x="8182" y="319"/>
                    <a:pt x="8208" y="373"/>
                  </a:cubicBezTo>
                  <a:cubicBezTo>
                    <a:pt x="8216" y="383"/>
                    <a:pt x="8227" y="391"/>
                    <a:pt x="8235" y="402"/>
                  </a:cubicBezTo>
                  <a:lnTo>
                    <a:pt x="8219" y="402"/>
                  </a:lnTo>
                  <a:cubicBezTo>
                    <a:pt x="8231" y="433"/>
                    <a:pt x="8239" y="466"/>
                    <a:pt x="8239" y="502"/>
                  </a:cubicBezTo>
                  <a:cubicBezTo>
                    <a:pt x="8239" y="668"/>
                    <a:pt x="8104" y="804"/>
                    <a:pt x="7938" y="80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789853" y="490310"/>
            <a:ext cx="6612294" cy="631711"/>
            <a:chOff x="2986921" y="417828"/>
            <a:chExt cx="6612294" cy="869237"/>
          </a:xfrm>
        </p:grpSpPr>
        <p:sp>
          <p:nvSpPr>
            <p:cNvPr id="41" name="矩形 40"/>
            <p:cNvSpPr/>
            <p:nvPr/>
          </p:nvSpPr>
          <p:spPr>
            <a:xfrm>
              <a:off x="2986921" y="417828"/>
              <a:ext cx="6612294" cy="8692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BỐI CẢNH &amp; MỤC TIÊU ĐỀ TÀI</a:t>
              </a:r>
              <a:endParaRPr lang="zh-CN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39" name="直接连接符 38"/>
            <p:cNvCxnSpPr>
              <a:cxnSpLocks/>
            </p:cNvCxnSpPr>
            <p:nvPr/>
          </p:nvCxnSpPr>
          <p:spPr>
            <a:xfrm>
              <a:off x="3677784" y="1261126"/>
              <a:ext cx="5120987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795865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288">
            <a:extLst>
              <a:ext uri="{FF2B5EF4-FFF2-40B4-BE49-F238E27FC236}">
                <a16:creationId xmlns:a16="http://schemas.microsoft.com/office/drawing/2014/main" id="{87F368BB-4AFD-46E0-A037-2E9A4387FB1F}"/>
              </a:ext>
            </a:extLst>
          </p:cNvPr>
          <p:cNvSpPr/>
          <p:nvPr/>
        </p:nvSpPr>
        <p:spPr>
          <a:xfrm>
            <a:off x="1615440" y="4016812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矩形: 圆角 252">
            <a:extLst>
              <a:ext uri="{FF2B5EF4-FFF2-40B4-BE49-F238E27FC236}">
                <a16:creationId xmlns:a16="http://schemas.microsoft.com/office/drawing/2014/main" id="{5F1E437B-8786-47EF-B885-C802CF48F3D3}"/>
              </a:ext>
            </a:extLst>
          </p:cNvPr>
          <p:cNvSpPr/>
          <p:nvPr/>
        </p:nvSpPr>
        <p:spPr>
          <a:xfrm>
            <a:off x="1615440" y="1988840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矩形: 圆角 253">
            <a:extLst>
              <a:ext uri="{FF2B5EF4-FFF2-40B4-BE49-F238E27FC236}">
                <a16:creationId xmlns:a16="http://schemas.microsoft.com/office/drawing/2014/main" id="{D24669F0-B710-4EC4-8AE4-C2D0328B6E3F}"/>
              </a:ext>
            </a:extLst>
          </p:cNvPr>
          <p:cNvSpPr/>
          <p:nvPr/>
        </p:nvSpPr>
        <p:spPr>
          <a:xfrm>
            <a:off x="6195864" y="1988840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圆: 空心 103">
            <a:extLst>
              <a:ext uri="{FF2B5EF4-FFF2-40B4-BE49-F238E27FC236}">
                <a16:creationId xmlns:a16="http://schemas.microsoft.com/office/drawing/2014/main" id="{535AE0C4-595D-41FC-9A4D-A8E3185B7C99}"/>
              </a:ext>
            </a:extLst>
          </p:cNvPr>
          <p:cNvSpPr/>
          <p:nvPr/>
        </p:nvSpPr>
        <p:spPr>
          <a:xfrm>
            <a:off x="5021333" y="2803235"/>
            <a:ext cx="2124471" cy="2124470"/>
          </a:xfrm>
          <a:prstGeom prst="donut">
            <a:avLst>
              <a:gd name="adj" fmla="val 17044"/>
            </a:avLst>
          </a:prstGeom>
          <a:solidFill>
            <a:srgbClr val="FAECCA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842566F-A2FB-4D1D-B767-2C8884E5E7EE}"/>
              </a:ext>
            </a:extLst>
          </p:cNvPr>
          <p:cNvSpPr/>
          <p:nvPr/>
        </p:nvSpPr>
        <p:spPr>
          <a:xfrm>
            <a:off x="5194057" y="2975960"/>
            <a:ext cx="1779020" cy="1779020"/>
          </a:xfrm>
          <a:prstGeom prst="ellipse">
            <a:avLst/>
          </a:prstGeom>
          <a:solidFill>
            <a:srgbClr val="64A2A4"/>
          </a:solidFill>
          <a:ln>
            <a:noFill/>
          </a:ln>
          <a:effectLst>
            <a:outerShdw blurRad="254000" dist="190500" dir="2700000" sx="97000" sy="97000" algn="tl" rotWithShape="0">
              <a:srgbClr val="BFA3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91DAF3-F346-41FD-8ACD-2463184A6C15}"/>
              </a:ext>
            </a:extLst>
          </p:cNvPr>
          <p:cNvSpPr txBox="1"/>
          <p:nvPr/>
        </p:nvSpPr>
        <p:spPr>
          <a:xfrm>
            <a:off x="5245736" y="3448540"/>
            <a:ext cx="1730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algn="ctr"/>
            <a:r>
              <a:rPr lang="en-US" dirty="0"/>
              <a:t>(React.js + </a:t>
            </a:r>
            <a:r>
              <a:rPr lang="en-US" dirty="0" err="1"/>
              <a:t>Vite</a:t>
            </a:r>
            <a:r>
              <a:rPr lang="en-US" dirty="0"/>
              <a:t>)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EF91FF-654E-4E5D-BB07-49C9EA0A5ED9}"/>
              </a:ext>
            </a:extLst>
          </p:cNvPr>
          <p:cNvSpPr txBox="1"/>
          <p:nvPr/>
        </p:nvSpPr>
        <p:spPr>
          <a:xfrm>
            <a:off x="1944517" y="2710760"/>
            <a:ext cx="3072273" cy="707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it-IT" sz="1400" b="1" dirty="0">
                <a:latin typeface="+mn-lt"/>
              </a:rPr>
              <a:t>Giao diện SPA (Single Page Application) mượt mà.</a:t>
            </a:r>
            <a:endParaRPr lang="en-US" altLang="zh-CN" sz="1400" b="1" dirty="0">
              <a:latin typeface="+mn-lt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B997A9-6EA4-4B7F-94D9-64BA0D10263B}"/>
              </a:ext>
            </a:extLst>
          </p:cNvPr>
          <p:cNvSpPr txBox="1"/>
          <p:nvPr/>
        </p:nvSpPr>
        <p:spPr>
          <a:xfrm>
            <a:off x="2387037" y="2289211"/>
            <a:ext cx="1099833" cy="272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sym typeface="思源黑体 CN Medium" panose="020B0600000000000000" pitchFamily="34" charset="-122"/>
              </a:rPr>
              <a:t>1</a:t>
            </a:r>
            <a:endParaRPr lang="zh-CN" altLang="en-US" dirty="0">
              <a:solidFill>
                <a:schemeClr val="bg2">
                  <a:lumMod val="25000"/>
                </a:schemeClr>
              </a:solidFill>
              <a:effectLst/>
              <a:latin typeface="Segoe UI Black" panose="020B0A02040204020203" pitchFamily="34" charset="0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6E0DFBB-7918-4162-AB92-C8A40199534A}"/>
              </a:ext>
            </a:extLst>
          </p:cNvPr>
          <p:cNvSpPr>
            <a:spLocks/>
          </p:cNvSpPr>
          <p:nvPr/>
        </p:nvSpPr>
        <p:spPr>
          <a:xfrm>
            <a:off x="1936009" y="2252730"/>
            <a:ext cx="320227" cy="320227"/>
          </a:xfrm>
          <a:prstGeom prst="ellipse">
            <a:avLst/>
          </a:prstGeom>
          <a:solidFill>
            <a:srgbClr val="83C0C8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图形 89">
            <a:extLst>
              <a:ext uri="{FF2B5EF4-FFF2-40B4-BE49-F238E27FC236}">
                <a16:creationId xmlns:a16="http://schemas.microsoft.com/office/drawing/2014/main" id="{49751555-A008-4B7F-8CA9-F5017CF596F0}"/>
              </a:ext>
            </a:extLst>
          </p:cNvPr>
          <p:cNvSpPr>
            <a:spLocks/>
          </p:cNvSpPr>
          <p:nvPr/>
        </p:nvSpPr>
        <p:spPr>
          <a:xfrm>
            <a:off x="1999254" y="2315970"/>
            <a:ext cx="193743" cy="193744"/>
          </a:xfrm>
          <a:custGeom>
            <a:avLst/>
            <a:gdLst>
              <a:gd name="connsiteX0" fmla="*/ 176197 w 351846"/>
              <a:gd name="connsiteY0" fmla="*/ 126167 h 351838"/>
              <a:gd name="connsiteX1" fmla="*/ 126146 w 351846"/>
              <a:gd name="connsiteY1" fmla="*/ 176316 h 351838"/>
              <a:gd name="connsiteX2" fmla="*/ 176197 w 351846"/>
              <a:gd name="connsiteY2" fmla="*/ 226465 h 351838"/>
              <a:gd name="connsiteX3" fmla="*/ 226248 w 351846"/>
              <a:gd name="connsiteY3" fmla="*/ 176316 h 351838"/>
              <a:gd name="connsiteX4" fmla="*/ 176197 w 351846"/>
              <a:gd name="connsiteY4" fmla="*/ 126167 h 351838"/>
              <a:gd name="connsiteX5" fmla="*/ 176197 w 351846"/>
              <a:gd name="connsiteY5" fmla="*/ 203660 h 351838"/>
              <a:gd name="connsiteX6" fmla="*/ 148907 w 351846"/>
              <a:gd name="connsiteY6" fmla="*/ 176316 h 351838"/>
              <a:gd name="connsiteX7" fmla="*/ 176197 w 351846"/>
              <a:gd name="connsiteY7" fmla="*/ 148972 h 351838"/>
              <a:gd name="connsiteX8" fmla="*/ 203488 w 351846"/>
              <a:gd name="connsiteY8" fmla="*/ 176316 h 351838"/>
              <a:gd name="connsiteX9" fmla="*/ 176197 w 351846"/>
              <a:gd name="connsiteY9" fmla="*/ 203660 h 351838"/>
              <a:gd name="connsiteX10" fmla="*/ 340733 w 351846"/>
              <a:gd name="connsiteY10" fmla="*/ 164857 h 351838"/>
              <a:gd name="connsiteX11" fmla="*/ 328617 w 351846"/>
              <a:gd name="connsiteY11" fmla="*/ 164857 h 351838"/>
              <a:gd name="connsiteX12" fmla="*/ 317067 w 351846"/>
              <a:gd name="connsiteY12" fmla="*/ 116637 h 351838"/>
              <a:gd name="connsiteX13" fmla="*/ 284341 w 351846"/>
              <a:gd name="connsiteY13" fmla="*/ 67962 h 351838"/>
              <a:gd name="connsiteX14" fmla="*/ 235761 w 351846"/>
              <a:gd name="connsiteY14" fmla="*/ 35173 h 351838"/>
              <a:gd name="connsiteX15" fmla="*/ 187522 w 351846"/>
              <a:gd name="connsiteY15" fmla="*/ 23600 h 351838"/>
              <a:gd name="connsiteX16" fmla="*/ 187522 w 351846"/>
              <a:gd name="connsiteY16" fmla="*/ 11346 h 351838"/>
              <a:gd name="connsiteX17" fmla="*/ 176198 w 351846"/>
              <a:gd name="connsiteY17" fmla="*/ 0 h 351838"/>
              <a:gd name="connsiteX18" fmla="*/ 164874 w 351846"/>
              <a:gd name="connsiteY18" fmla="*/ 11346 h 351838"/>
              <a:gd name="connsiteX19" fmla="*/ 164874 w 351846"/>
              <a:gd name="connsiteY19" fmla="*/ 23486 h 351838"/>
              <a:gd name="connsiteX20" fmla="*/ 116748 w 351846"/>
              <a:gd name="connsiteY20" fmla="*/ 35059 h 351838"/>
              <a:gd name="connsiteX21" fmla="*/ 68056 w 351846"/>
              <a:gd name="connsiteY21" fmla="*/ 67962 h 351838"/>
              <a:gd name="connsiteX22" fmla="*/ 35330 w 351846"/>
              <a:gd name="connsiteY22" fmla="*/ 116637 h 351838"/>
              <a:gd name="connsiteX23" fmla="*/ 23780 w 351846"/>
              <a:gd name="connsiteY23" fmla="*/ 164857 h 351838"/>
              <a:gd name="connsiteX24" fmla="*/ 11324 w 351846"/>
              <a:gd name="connsiteY24" fmla="*/ 164857 h 351838"/>
              <a:gd name="connsiteX25" fmla="*/ 0 w 351846"/>
              <a:gd name="connsiteY25" fmla="*/ 176203 h 351838"/>
              <a:gd name="connsiteX26" fmla="*/ 11324 w 351846"/>
              <a:gd name="connsiteY26" fmla="*/ 187549 h 351838"/>
              <a:gd name="connsiteX27" fmla="*/ 23780 w 351846"/>
              <a:gd name="connsiteY27" fmla="*/ 187549 h 351838"/>
              <a:gd name="connsiteX28" fmla="*/ 35330 w 351846"/>
              <a:gd name="connsiteY28" fmla="*/ 235769 h 351838"/>
              <a:gd name="connsiteX29" fmla="*/ 68056 w 351846"/>
              <a:gd name="connsiteY29" fmla="*/ 284443 h 351838"/>
              <a:gd name="connsiteX30" fmla="*/ 116635 w 351846"/>
              <a:gd name="connsiteY30" fmla="*/ 317233 h 351838"/>
              <a:gd name="connsiteX31" fmla="*/ 164762 w 351846"/>
              <a:gd name="connsiteY31" fmla="*/ 328806 h 351838"/>
              <a:gd name="connsiteX32" fmla="*/ 164762 w 351846"/>
              <a:gd name="connsiteY32" fmla="*/ 340492 h 351838"/>
              <a:gd name="connsiteX33" fmla="*/ 176085 w 351846"/>
              <a:gd name="connsiteY33" fmla="*/ 351838 h 351838"/>
              <a:gd name="connsiteX34" fmla="*/ 187409 w 351846"/>
              <a:gd name="connsiteY34" fmla="*/ 340492 h 351838"/>
              <a:gd name="connsiteX35" fmla="*/ 187409 w 351846"/>
              <a:gd name="connsiteY35" fmla="*/ 329033 h 351838"/>
              <a:gd name="connsiteX36" fmla="*/ 235535 w 351846"/>
              <a:gd name="connsiteY36" fmla="*/ 317460 h 351838"/>
              <a:gd name="connsiteX37" fmla="*/ 284115 w 351846"/>
              <a:gd name="connsiteY37" fmla="*/ 284670 h 351838"/>
              <a:gd name="connsiteX38" fmla="*/ 316841 w 351846"/>
              <a:gd name="connsiteY38" fmla="*/ 235996 h 351838"/>
              <a:gd name="connsiteX39" fmla="*/ 328391 w 351846"/>
              <a:gd name="connsiteY39" fmla="*/ 187776 h 351838"/>
              <a:gd name="connsiteX40" fmla="*/ 340507 w 351846"/>
              <a:gd name="connsiteY40" fmla="*/ 187776 h 351838"/>
              <a:gd name="connsiteX41" fmla="*/ 351831 w 351846"/>
              <a:gd name="connsiteY41" fmla="*/ 176430 h 351838"/>
              <a:gd name="connsiteX42" fmla="*/ 340733 w 351846"/>
              <a:gd name="connsiteY42" fmla="*/ 164857 h 351838"/>
              <a:gd name="connsiteX43" fmla="*/ 187521 w 351846"/>
              <a:gd name="connsiteY43" fmla="*/ 306114 h 351838"/>
              <a:gd name="connsiteX44" fmla="*/ 187521 w 351846"/>
              <a:gd name="connsiteY44" fmla="*/ 279564 h 351838"/>
              <a:gd name="connsiteX45" fmla="*/ 176197 w 351846"/>
              <a:gd name="connsiteY45" fmla="*/ 268218 h 351838"/>
              <a:gd name="connsiteX46" fmla="*/ 164873 w 351846"/>
              <a:gd name="connsiteY46" fmla="*/ 279564 h 351838"/>
              <a:gd name="connsiteX47" fmla="*/ 164873 w 351846"/>
              <a:gd name="connsiteY47" fmla="*/ 306114 h 351838"/>
              <a:gd name="connsiteX48" fmla="*/ 46539 w 351846"/>
              <a:gd name="connsiteY48" fmla="*/ 187662 h 351838"/>
              <a:gd name="connsiteX49" fmla="*/ 74282 w 351846"/>
              <a:gd name="connsiteY49" fmla="*/ 187662 h 351838"/>
              <a:gd name="connsiteX50" fmla="*/ 85606 w 351846"/>
              <a:gd name="connsiteY50" fmla="*/ 176316 h 351838"/>
              <a:gd name="connsiteX51" fmla="*/ 74282 w 351846"/>
              <a:gd name="connsiteY51" fmla="*/ 164970 h 351838"/>
              <a:gd name="connsiteX52" fmla="*/ 46539 w 351846"/>
              <a:gd name="connsiteY52" fmla="*/ 164970 h 351838"/>
              <a:gd name="connsiteX53" fmla="*/ 164760 w 351846"/>
              <a:gd name="connsiteY53" fmla="*/ 46519 h 351838"/>
              <a:gd name="connsiteX54" fmla="*/ 164760 w 351846"/>
              <a:gd name="connsiteY54" fmla="*/ 72161 h 351838"/>
              <a:gd name="connsiteX55" fmla="*/ 176083 w 351846"/>
              <a:gd name="connsiteY55" fmla="*/ 83507 h 351838"/>
              <a:gd name="connsiteX56" fmla="*/ 187407 w 351846"/>
              <a:gd name="connsiteY56" fmla="*/ 72161 h 351838"/>
              <a:gd name="connsiteX57" fmla="*/ 187407 w 351846"/>
              <a:gd name="connsiteY57" fmla="*/ 46405 h 351838"/>
              <a:gd name="connsiteX58" fmla="*/ 305742 w 351846"/>
              <a:gd name="connsiteY58" fmla="*/ 164857 h 351838"/>
              <a:gd name="connsiteX59" fmla="*/ 277885 w 351846"/>
              <a:gd name="connsiteY59" fmla="*/ 164857 h 351838"/>
              <a:gd name="connsiteX60" fmla="*/ 266561 w 351846"/>
              <a:gd name="connsiteY60" fmla="*/ 176203 h 351838"/>
              <a:gd name="connsiteX61" fmla="*/ 277885 w 351846"/>
              <a:gd name="connsiteY61" fmla="*/ 187549 h 351838"/>
              <a:gd name="connsiteX62" fmla="*/ 305742 w 351846"/>
              <a:gd name="connsiteY62" fmla="*/ 187549 h 351838"/>
              <a:gd name="connsiteX63" fmla="*/ 187521 w 351846"/>
              <a:gd name="connsiteY63" fmla="*/ 306114 h 35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51846" h="351838">
                <a:moveTo>
                  <a:pt x="176197" y="126167"/>
                </a:moveTo>
                <a:cubicBezTo>
                  <a:pt x="148567" y="126167"/>
                  <a:pt x="126146" y="148632"/>
                  <a:pt x="126146" y="176316"/>
                </a:cubicBezTo>
                <a:cubicBezTo>
                  <a:pt x="126146" y="204000"/>
                  <a:pt x="148567" y="226465"/>
                  <a:pt x="176197" y="226465"/>
                </a:cubicBezTo>
                <a:cubicBezTo>
                  <a:pt x="203827" y="226465"/>
                  <a:pt x="226248" y="204000"/>
                  <a:pt x="226248" y="176316"/>
                </a:cubicBezTo>
                <a:cubicBezTo>
                  <a:pt x="226135" y="148632"/>
                  <a:pt x="203714" y="126167"/>
                  <a:pt x="176197" y="126167"/>
                </a:cubicBezTo>
                <a:close/>
                <a:moveTo>
                  <a:pt x="176197" y="203660"/>
                </a:moveTo>
                <a:cubicBezTo>
                  <a:pt x="161137" y="203660"/>
                  <a:pt x="148907" y="191406"/>
                  <a:pt x="148907" y="176316"/>
                </a:cubicBezTo>
                <a:cubicBezTo>
                  <a:pt x="148907" y="161226"/>
                  <a:pt x="161136" y="148972"/>
                  <a:pt x="176197" y="148972"/>
                </a:cubicBezTo>
                <a:cubicBezTo>
                  <a:pt x="191258" y="148972"/>
                  <a:pt x="203488" y="161226"/>
                  <a:pt x="203488" y="176316"/>
                </a:cubicBezTo>
                <a:cubicBezTo>
                  <a:pt x="203488" y="191407"/>
                  <a:pt x="191258" y="203660"/>
                  <a:pt x="176197" y="203660"/>
                </a:cubicBezTo>
                <a:close/>
                <a:moveTo>
                  <a:pt x="340733" y="164857"/>
                </a:moveTo>
                <a:lnTo>
                  <a:pt x="328617" y="164857"/>
                </a:lnTo>
                <a:cubicBezTo>
                  <a:pt x="327372" y="148178"/>
                  <a:pt x="323521" y="132067"/>
                  <a:pt x="317067" y="116637"/>
                </a:cubicBezTo>
                <a:cubicBezTo>
                  <a:pt x="309367" y="98370"/>
                  <a:pt x="298382" y="82031"/>
                  <a:pt x="284341" y="67962"/>
                </a:cubicBezTo>
                <a:cubicBezTo>
                  <a:pt x="270299" y="53894"/>
                  <a:pt x="253993" y="42888"/>
                  <a:pt x="235761" y="35173"/>
                </a:cubicBezTo>
                <a:cubicBezTo>
                  <a:pt x="220361" y="28706"/>
                  <a:pt x="204168" y="24734"/>
                  <a:pt x="187522" y="23600"/>
                </a:cubicBezTo>
                <a:lnTo>
                  <a:pt x="187522" y="11346"/>
                </a:lnTo>
                <a:cubicBezTo>
                  <a:pt x="187522" y="5105"/>
                  <a:pt x="182426" y="0"/>
                  <a:pt x="176198" y="0"/>
                </a:cubicBezTo>
                <a:cubicBezTo>
                  <a:pt x="169971" y="0"/>
                  <a:pt x="164874" y="5106"/>
                  <a:pt x="164874" y="11346"/>
                </a:cubicBezTo>
                <a:lnTo>
                  <a:pt x="164874" y="23486"/>
                </a:lnTo>
                <a:cubicBezTo>
                  <a:pt x="148228" y="24734"/>
                  <a:pt x="132148" y="28592"/>
                  <a:pt x="116748" y="35059"/>
                </a:cubicBezTo>
                <a:cubicBezTo>
                  <a:pt x="98517" y="42888"/>
                  <a:pt x="82097" y="53893"/>
                  <a:pt x="68056" y="67962"/>
                </a:cubicBezTo>
                <a:cubicBezTo>
                  <a:pt x="54014" y="82031"/>
                  <a:pt x="43030" y="98483"/>
                  <a:pt x="35330" y="116637"/>
                </a:cubicBezTo>
                <a:cubicBezTo>
                  <a:pt x="28876" y="132067"/>
                  <a:pt x="24912" y="148179"/>
                  <a:pt x="23780" y="164857"/>
                </a:cubicBezTo>
                <a:lnTo>
                  <a:pt x="11324" y="164857"/>
                </a:lnTo>
                <a:cubicBezTo>
                  <a:pt x="5096" y="164857"/>
                  <a:pt x="0" y="169963"/>
                  <a:pt x="0" y="176203"/>
                </a:cubicBezTo>
                <a:cubicBezTo>
                  <a:pt x="0" y="182443"/>
                  <a:pt x="5096" y="187549"/>
                  <a:pt x="11324" y="187549"/>
                </a:cubicBezTo>
                <a:lnTo>
                  <a:pt x="23780" y="187549"/>
                </a:lnTo>
                <a:cubicBezTo>
                  <a:pt x="25025" y="204227"/>
                  <a:pt x="28876" y="220339"/>
                  <a:pt x="35330" y="235769"/>
                </a:cubicBezTo>
                <a:cubicBezTo>
                  <a:pt x="43030" y="254036"/>
                  <a:pt x="54015" y="270374"/>
                  <a:pt x="68056" y="284443"/>
                </a:cubicBezTo>
                <a:cubicBezTo>
                  <a:pt x="82098" y="298512"/>
                  <a:pt x="98404" y="309518"/>
                  <a:pt x="116635" y="317233"/>
                </a:cubicBezTo>
                <a:cubicBezTo>
                  <a:pt x="132036" y="323700"/>
                  <a:pt x="148116" y="327671"/>
                  <a:pt x="164762" y="328806"/>
                </a:cubicBezTo>
                <a:lnTo>
                  <a:pt x="164762" y="340492"/>
                </a:lnTo>
                <a:cubicBezTo>
                  <a:pt x="164762" y="346733"/>
                  <a:pt x="169857" y="351838"/>
                  <a:pt x="176085" y="351838"/>
                </a:cubicBezTo>
                <a:cubicBezTo>
                  <a:pt x="182313" y="351838"/>
                  <a:pt x="187409" y="346732"/>
                  <a:pt x="187409" y="340492"/>
                </a:cubicBezTo>
                <a:lnTo>
                  <a:pt x="187409" y="329033"/>
                </a:lnTo>
                <a:cubicBezTo>
                  <a:pt x="204055" y="327785"/>
                  <a:pt x="220135" y="323927"/>
                  <a:pt x="235535" y="317460"/>
                </a:cubicBezTo>
                <a:cubicBezTo>
                  <a:pt x="253767" y="309745"/>
                  <a:pt x="270073" y="298739"/>
                  <a:pt x="284115" y="284670"/>
                </a:cubicBezTo>
                <a:cubicBezTo>
                  <a:pt x="298156" y="270601"/>
                  <a:pt x="309141" y="254263"/>
                  <a:pt x="316841" y="235996"/>
                </a:cubicBezTo>
                <a:cubicBezTo>
                  <a:pt x="323295" y="220566"/>
                  <a:pt x="327259" y="204454"/>
                  <a:pt x="328391" y="187776"/>
                </a:cubicBezTo>
                <a:lnTo>
                  <a:pt x="340507" y="187776"/>
                </a:lnTo>
                <a:cubicBezTo>
                  <a:pt x="346735" y="187776"/>
                  <a:pt x="351831" y="182670"/>
                  <a:pt x="351831" y="176430"/>
                </a:cubicBezTo>
                <a:cubicBezTo>
                  <a:pt x="352170" y="169963"/>
                  <a:pt x="347075" y="164857"/>
                  <a:pt x="340733" y="164857"/>
                </a:cubicBezTo>
                <a:close/>
                <a:moveTo>
                  <a:pt x="187521" y="306114"/>
                </a:moveTo>
                <a:lnTo>
                  <a:pt x="187521" y="279564"/>
                </a:lnTo>
                <a:cubicBezTo>
                  <a:pt x="187521" y="273324"/>
                  <a:pt x="182425" y="268218"/>
                  <a:pt x="176197" y="268218"/>
                </a:cubicBezTo>
                <a:cubicBezTo>
                  <a:pt x="169969" y="268218"/>
                  <a:pt x="164873" y="273324"/>
                  <a:pt x="164873" y="279564"/>
                </a:cubicBezTo>
                <a:lnTo>
                  <a:pt x="164873" y="306114"/>
                </a:lnTo>
                <a:cubicBezTo>
                  <a:pt x="102139" y="300668"/>
                  <a:pt x="51974" y="250519"/>
                  <a:pt x="46539" y="187662"/>
                </a:cubicBezTo>
                <a:lnTo>
                  <a:pt x="74282" y="187662"/>
                </a:lnTo>
                <a:cubicBezTo>
                  <a:pt x="80511" y="187662"/>
                  <a:pt x="85606" y="182556"/>
                  <a:pt x="85606" y="176316"/>
                </a:cubicBezTo>
                <a:cubicBezTo>
                  <a:pt x="85606" y="170076"/>
                  <a:pt x="80510" y="164970"/>
                  <a:pt x="74282" y="164970"/>
                </a:cubicBezTo>
                <a:lnTo>
                  <a:pt x="46539" y="164970"/>
                </a:lnTo>
                <a:cubicBezTo>
                  <a:pt x="51974" y="102227"/>
                  <a:pt x="102026" y="51965"/>
                  <a:pt x="164760" y="46519"/>
                </a:cubicBezTo>
                <a:lnTo>
                  <a:pt x="164760" y="72161"/>
                </a:lnTo>
                <a:cubicBezTo>
                  <a:pt x="164760" y="78401"/>
                  <a:pt x="169855" y="83507"/>
                  <a:pt x="176083" y="83507"/>
                </a:cubicBezTo>
                <a:cubicBezTo>
                  <a:pt x="182311" y="83507"/>
                  <a:pt x="187407" y="78401"/>
                  <a:pt x="187407" y="72161"/>
                </a:cubicBezTo>
                <a:lnTo>
                  <a:pt x="187407" y="46405"/>
                </a:lnTo>
                <a:cubicBezTo>
                  <a:pt x="250255" y="51851"/>
                  <a:pt x="300306" y="102114"/>
                  <a:pt x="305742" y="164857"/>
                </a:cubicBezTo>
                <a:lnTo>
                  <a:pt x="277885" y="164857"/>
                </a:lnTo>
                <a:cubicBezTo>
                  <a:pt x="271657" y="164857"/>
                  <a:pt x="266561" y="169963"/>
                  <a:pt x="266561" y="176203"/>
                </a:cubicBezTo>
                <a:cubicBezTo>
                  <a:pt x="266561" y="182443"/>
                  <a:pt x="271657" y="187549"/>
                  <a:pt x="277885" y="187549"/>
                </a:cubicBezTo>
                <a:lnTo>
                  <a:pt x="305742" y="187549"/>
                </a:lnTo>
                <a:cubicBezTo>
                  <a:pt x="300306" y="250519"/>
                  <a:pt x="250255" y="300668"/>
                  <a:pt x="187521" y="306114"/>
                </a:cubicBezTo>
                <a:close/>
              </a:path>
            </a:pathLst>
          </a:custGeom>
          <a:solidFill>
            <a:schemeClr val="bg1"/>
          </a:solidFill>
          <a:ln w="3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6C96FF-DBE6-40E6-8B1E-66FE595D1943}"/>
              </a:ext>
            </a:extLst>
          </p:cNvPr>
          <p:cNvSpPr txBox="1"/>
          <p:nvPr/>
        </p:nvSpPr>
        <p:spPr>
          <a:xfrm>
            <a:off x="1944516" y="4668428"/>
            <a:ext cx="3072272" cy="1030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 sz="1400" b="1" dirty="0">
                <a:latin typeface="+mn-lt"/>
              </a:rPr>
              <a:t>Modular UI: </a:t>
            </a:r>
            <a:r>
              <a:rPr lang="en-US" sz="1400" b="1" dirty="0" err="1">
                <a:latin typeface="+mn-lt"/>
              </a:rPr>
              <a:t>NoteManager.jsx</a:t>
            </a:r>
            <a:r>
              <a:rPr lang="en-US" sz="1400" b="1" dirty="0">
                <a:latin typeface="+mn-lt"/>
              </a:rPr>
              <a:t> , </a:t>
            </a:r>
            <a:r>
              <a:rPr lang="en-US" sz="1400" b="1" dirty="0" err="1">
                <a:latin typeface="+mn-lt"/>
              </a:rPr>
              <a:t>Modal.jsx</a:t>
            </a:r>
            <a:r>
              <a:rPr lang="en-US" sz="1400" b="1" dirty="0">
                <a:latin typeface="+mn-lt"/>
              </a:rPr>
              <a:t>, </a:t>
            </a:r>
            <a:r>
              <a:rPr lang="en-US" sz="1400" b="1" dirty="0" err="1">
                <a:latin typeface="+mn-lt"/>
              </a:rPr>
              <a:t>TopicDialog.jsx</a:t>
            </a:r>
            <a:r>
              <a:rPr lang="en-US" sz="1400" b="1" dirty="0">
                <a:latin typeface="+mn-lt"/>
              </a:rPr>
              <a:t>, </a:t>
            </a:r>
            <a:r>
              <a:rPr lang="en-US" sz="1400" b="1" dirty="0" err="1">
                <a:latin typeface="+mn-lt"/>
              </a:rPr>
              <a:t>Spinner.jsx</a:t>
            </a:r>
            <a:endParaRPr lang="en-US" altLang="zh-CN" sz="1400" b="1" dirty="0">
              <a:latin typeface="+mn-lt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B0AE4B8-9179-459C-BA00-D03B765DA0F7}"/>
              </a:ext>
            </a:extLst>
          </p:cNvPr>
          <p:cNvSpPr txBox="1"/>
          <p:nvPr/>
        </p:nvSpPr>
        <p:spPr>
          <a:xfrm>
            <a:off x="2387037" y="4246880"/>
            <a:ext cx="1099833" cy="272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sym typeface="思源黑体 CN Medium" panose="020B0600000000000000" pitchFamily="34" charset="-122"/>
              </a:rPr>
              <a:t>2</a:t>
            </a:r>
          </a:p>
          <a:p>
            <a:endParaRPr lang="zh-CN" altLang="en-US" dirty="0">
              <a:solidFill>
                <a:schemeClr val="bg2">
                  <a:lumMod val="25000"/>
                </a:schemeClr>
              </a:solidFill>
              <a:effectLst/>
              <a:latin typeface="Segoe UI Black" panose="020B0A02040204020203" pitchFamily="34" charset="0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26005E8-70FA-4862-B548-FDA1F3448426}"/>
              </a:ext>
            </a:extLst>
          </p:cNvPr>
          <p:cNvSpPr>
            <a:spLocks/>
          </p:cNvSpPr>
          <p:nvPr/>
        </p:nvSpPr>
        <p:spPr>
          <a:xfrm>
            <a:off x="1936009" y="4210398"/>
            <a:ext cx="320227" cy="320227"/>
          </a:xfrm>
          <a:prstGeom prst="ellipse">
            <a:avLst/>
          </a:prstGeom>
          <a:solidFill>
            <a:srgbClr val="83C0C8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任意多边形: 形状 239">
            <a:extLst>
              <a:ext uri="{FF2B5EF4-FFF2-40B4-BE49-F238E27FC236}">
                <a16:creationId xmlns:a16="http://schemas.microsoft.com/office/drawing/2014/main" id="{FD676830-44E2-4A6C-929E-0FE41E8A6803}"/>
              </a:ext>
            </a:extLst>
          </p:cNvPr>
          <p:cNvSpPr>
            <a:spLocks/>
          </p:cNvSpPr>
          <p:nvPr/>
        </p:nvSpPr>
        <p:spPr>
          <a:xfrm>
            <a:off x="1988210" y="4295849"/>
            <a:ext cx="215828" cy="149325"/>
          </a:xfrm>
          <a:custGeom>
            <a:avLst/>
            <a:gdLst>
              <a:gd name="connsiteX0" fmla="*/ 92812 w 473956"/>
              <a:gd name="connsiteY0" fmla="*/ 33860 h 327918"/>
              <a:gd name="connsiteX1" fmla="*/ 16938 w 473956"/>
              <a:gd name="connsiteY1" fmla="*/ 33860 h 327918"/>
              <a:gd name="connsiteX2" fmla="*/ 0 w 473956"/>
              <a:gd name="connsiteY2" fmla="*/ 16930 h 327918"/>
              <a:gd name="connsiteX3" fmla="*/ 16938 w 473956"/>
              <a:gd name="connsiteY3" fmla="*/ 0 h 327918"/>
              <a:gd name="connsiteX4" fmla="*/ 92812 w 473956"/>
              <a:gd name="connsiteY4" fmla="*/ 0 h 327918"/>
              <a:gd name="connsiteX5" fmla="*/ 109750 w 473956"/>
              <a:gd name="connsiteY5" fmla="*/ 16930 h 327918"/>
              <a:gd name="connsiteX6" fmla="*/ 92812 w 473956"/>
              <a:gd name="connsiteY6" fmla="*/ 33860 h 327918"/>
              <a:gd name="connsiteX7" fmla="*/ 92812 w 473956"/>
              <a:gd name="connsiteY7" fmla="*/ 129636 h 327918"/>
              <a:gd name="connsiteX8" fmla="*/ 62483 w 473956"/>
              <a:gd name="connsiteY8" fmla="*/ 129636 h 327918"/>
              <a:gd name="connsiteX9" fmla="*/ 45545 w 473956"/>
              <a:gd name="connsiteY9" fmla="*/ 112706 h 327918"/>
              <a:gd name="connsiteX10" fmla="*/ 62483 w 473956"/>
              <a:gd name="connsiteY10" fmla="*/ 95775 h 327918"/>
              <a:gd name="connsiteX11" fmla="*/ 92812 w 473956"/>
              <a:gd name="connsiteY11" fmla="*/ 95775 h 327918"/>
              <a:gd name="connsiteX12" fmla="*/ 109750 w 473956"/>
              <a:gd name="connsiteY12" fmla="*/ 112706 h 327918"/>
              <a:gd name="connsiteX13" fmla="*/ 92812 w 473956"/>
              <a:gd name="connsiteY13" fmla="*/ 129636 h 327918"/>
              <a:gd name="connsiteX14" fmla="*/ 92812 w 473956"/>
              <a:gd name="connsiteY14" fmla="*/ 321238 h 327918"/>
              <a:gd name="connsiteX15" fmla="*/ 16938 w 473956"/>
              <a:gd name="connsiteY15" fmla="*/ 321238 h 327918"/>
              <a:gd name="connsiteX16" fmla="*/ 0 w 473956"/>
              <a:gd name="connsiteY16" fmla="*/ 304308 h 327918"/>
              <a:gd name="connsiteX17" fmla="*/ 16938 w 473956"/>
              <a:gd name="connsiteY17" fmla="*/ 287378 h 327918"/>
              <a:gd name="connsiteX18" fmla="*/ 92812 w 473956"/>
              <a:gd name="connsiteY18" fmla="*/ 287378 h 327918"/>
              <a:gd name="connsiteX19" fmla="*/ 109750 w 473956"/>
              <a:gd name="connsiteY19" fmla="*/ 304308 h 327918"/>
              <a:gd name="connsiteX20" fmla="*/ 92812 w 473956"/>
              <a:gd name="connsiteY20" fmla="*/ 321238 h 327918"/>
              <a:gd name="connsiteX21" fmla="*/ 92812 w 473956"/>
              <a:gd name="connsiteY21" fmla="*/ 225463 h 327918"/>
              <a:gd name="connsiteX22" fmla="*/ 62483 w 473956"/>
              <a:gd name="connsiteY22" fmla="*/ 225463 h 327918"/>
              <a:gd name="connsiteX23" fmla="*/ 45545 w 473956"/>
              <a:gd name="connsiteY23" fmla="*/ 208532 h 327918"/>
              <a:gd name="connsiteX24" fmla="*/ 62483 w 473956"/>
              <a:gd name="connsiteY24" fmla="*/ 191602 h 327918"/>
              <a:gd name="connsiteX25" fmla="*/ 92812 w 473956"/>
              <a:gd name="connsiteY25" fmla="*/ 191602 h 327918"/>
              <a:gd name="connsiteX26" fmla="*/ 109750 w 473956"/>
              <a:gd name="connsiteY26" fmla="*/ 208532 h 327918"/>
              <a:gd name="connsiteX27" fmla="*/ 92812 w 473956"/>
              <a:gd name="connsiteY27" fmla="*/ 225463 h 327918"/>
              <a:gd name="connsiteX28" fmla="*/ 457018 w 473956"/>
              <a:gd name="connsiteY28" fmla="*/ 33860 h 327918"/>
              <a:gd name="connsiteX29" fmla="*/ 381146 w 473956"/>
              <a:gd name="connsiteY29" fmla="*/ 33860 h 327918"/>
              <a:gd name="connsiteX30" fmla="*/ 364207 w 473956"/>
              <a:gd name="connsiteY30" fmla="*/ 16930 h 327918"/>
              <a:gd name="connsiteX31" fmla="*/ 381146 w 473956"/>
              <a:gd name="connsiteY31" fmla="*/ 0 h 327918"/>
              <a:gd name="connsiteX32" fmla="*/ 457018 w 473956"/>
              <a:gd name="connsiteY32" fmla="*/ 0 h 327918"/>
              <a:gd name="connsiteX33" fmla="*/ 473956 w 473956"/>
              <a:gd name="connsiteY33" fmla="*/ 16930 h 327918"/>
              <a:gd name="connsiteX34" fmla="*/ 457018 w 473956"/>
              <a:gd name="connsiteY34" fmla="*/ 33860 h 327918"/>
              <a:gd name="connsiteX35" fmla="*/ 411268 w 473956"/>
              <a:gd name="connsiteY35" fmla="*/ 129636 h 327918"/>
              <a:gd name="connsiteX36" fmla="*/ 380937 w 473956"/>
              <a:gd name="connsiteY36" fmla="*/ 129636 h 327918"/>
              <a:gd name="connsiteX37" fmla="*/ 364002 w 473956"/>
              <a:gd name="connsiteY37" fmla="*/ 112706 h 327918"/>
              <a:gd name="connsiteX38" fmla="*/ 380937 w 473956"/>
              <a:gd name="connsiteY38" fmla="*/ 95775 h 327918"/>
              <a:gd name="connsiteX39" fmla="*/ 411268 w 473956"/>
              <a:gd name="connsiteY39" fmla="*/ 95775 h 327918"/>
              <a:gd name="connsiteX40" fmla="*/ 428206 w 473956"/>
              <a:gd name="connsiteY40" fmla="*/ 112706 h 327918"/>
              <a:gd name="connsiteX41" fmla="*/ 411268 w 473956"/>
              <a:gd name="connsiteY41" fmla="*/ 129636 h 327918"/>
              <a:gd name="connsiteX42" fmla="*/ 457018 w 473956"/>
              <a:gd name="connsiteY42" fmla="*/ 321238 h 327918"/>
              <a:gd name="connsiteX43" fmla="*/ 381146 w 473956"/>
              <a:gd name="connsiteY43" fmla="*/ 321238 h 327918"/>
              <a:gd name="connsiteX44" fmla="*/ 364207 w 473956"/>
              <a:gd name="connsiteY44" fmla="*/ 304308 h 327918"/>
              <a:gd name="connsiteX45" fmla="*/ 381146 w 473956"/>
              <a:gd name="connsiteY45" fmla="*/ 287378 h 327918"/>
              <a:gd name="connsiteX46" fmla="*/ 457018 w 473956"/>
              <a:gd name="connsiteY46" fmla="*/ 287378 h 327918"/>
              <a:gd name="connsiteX47" fmla="*/ 473956 w 473956"/>
              <a:gd name="connsiteY47" fmla="*/ 304308 h 327918"/>
              <a:gd name="connsiteX48" fmla="*/ 457018 w 473956"/>
              <a:gd name="connsiteY48" fmla="*/ 321238 h 327918"/>
              <a:gd name="connsiteX49" fmla="*/ 411268 w 473956"/>
              <a:gd name="connsiteY49" fmla="*/ 225463 h 327918"/>
              <a:gd name="connsiteX50" fmla="*/ 380937 w 473956"/>
              <a:gd name="connsiteY50" fmla="*/ 225463 h 327918"/>
              <a:gd name="connsiteX51" fmla="*/ 364002 w 473956"/>
              <a:gd name="connsiteY51" fmla="*/ 208532 h 327918"/>
              <a:gd name="connsiteX52" fmla="*/ 380937 w 473956"/>
              <a:gd name="connsiteY52" fmla="*/ 191602 h 327918"/>
              <a:gd name="connsiteX53" fmla="*/ 411268 w 473956"/>
              <a:gd name="connsiteY53" fmla="*/ 191602 h 327918"/>
              <a:gd name="connsiteX54" fmla="*/ 428206 w 473956"/>
              <a:gd name="connsiteY54" fmla="*/ 208532 h 327918"/>
              <a:gd name="connsiteX55" fmla="*/ 411268 w 473956"/>
              <a:gd name="connsiteY55" fmla="*/ 225463 h 327918"/>
              <a:gd name="connsiteX56" fmla="*/ 352565 w 473956"/>
              <a:gd name="connsiteY56" fmla="*/ 327918 h 327918"/>
              <a:gd name="connsiteX57" fmla="*/ 121239 w 473956"/>
              <a:gd name="connsiteY57" fmla="*/ 327918 h 327918"/>
              <a:gd name="connsiteX58" fmla="*/ 121239 w 473956"/>
              <a:gd name="connsiteY58" fmla="*/ 0 h 327918"/>
              <a:gd name="connsiteX59" fmla="*/ 352565 w 473956"/>
              <a:gd name="connsiteY59" fmla="*/ 0 h 327918"/>
              <a:gd name="connsiteX60" fmla="*/ 155270 w 473956"/>
              <a:gd name="connsiteY60" fmla="*/ 294058 h 327918"/>
              <a:gd name="connsiteX61" fmla="*/ 318738 w 473956"/>
              <a:gd name="connsiteY61" fmla="*/ 294058 h 327918"/>
              <a:gd name="connsiteX62" fmla="*/ 318738 w 473956"/>
              <a:gd name="connsiteY62" fmla="*/ 33860 h 327918"/>
              <a:gd name="connsiteX63" fmla="*/ 155270 w 473956"/>
              <a:gd name="connsiteY63" fmla="*/ 33860 h 32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73956" h="327918">
                <a:moveTo>
                  <a:pt x="92812" y="33860"/>
                </a:moveTo>
                <a:lnTo>
                  <a:pt x="16938" y="33860"/>
                </a:lnTo>
                <a:cubicBezTo>
                  <a:pt x="7583" y="33860"/>
                  <a:pt x="0" y="26281"/>
                  <a:pt x="0" y="16930"/>
                </a:cubicBezTo>
                <a:cubicBezTo>
                  <a:pt x="0" y="7580"/>
                  <a:pt x="7583" y="0"/>
                  <a:pt x="16938" y="0"/>
                </a:cubicBezTo>
                <a:lnTo>
                  <a:pt x="92812" y="0"/>
                </a:lnTo>
                <a:cubicBezTo>
                  <a:pt x="102167" y="0"/>
                  <a:pt x="109750" y="7580"/>
                  <a:pt x="109750" y="16930"/>
                </a:cubicBezTo>
                <a:cubicBezTo>
                  <a:pt x="109750" y="26281"/>
                  <a:pt x="102167" y="33860"/>
                  <a:pt x="92812" y="33860"/>
                </a:cubicBezTo>
                <a:close/>
                <a:moveTo>
                  <a:pt x="92812" y="129636"/>
                </a:moveTo>
                <a:lnTo>
                  <a:pt x="62483" y="129636"/>
                </a:lnTo>
                <a:cubicBezTo>
                  <a:pt x="53129" y="129636"/>
                  <a:pt x="45545" y="122056"/>
                  <a:pt x="45545" y="112706"/>
                </a:cubicBezTo>
                <a:cubicBezTo>
                  <a:pt x="45545" y="103355"/>
                  <a:pt x="53129" y="95775"/>
                  <a:pt x="62483" y="95775"/>
                </a:cubicBezTo>
                <a:lnTo>
                  <a:pt x="92812" y="95775"/>
                </a:lnTo>
                <a:cubicBezTo>
                  <a:pt x="102167" y="95775"/>
                  <a:pt x="109750" y="103355"/>
                  <a:pt x="109750" y="112706"/>
                </a:cubicBezTo>
                <a:cubicBezTo>
                  <a:pt x="109750" y="122056"/>
                  <a:pt x="102167" y="129636"/>
                  <a:pt x="92812" y="129636"/>
                </a:cubicBezTo>
                <a:close/>
                <a:moveTo>
                  <a:pt x="92812" y="321238"/>
                </a:moveTo>
                <a:lnTo>
                  <a:pt x="16938" y="321238"/>
                </a:lnTo>
                <a:cubicBezTo>
                  <a:pt x="7583" y="321238"/>
                  <a:pt x="0" y="313658"/>
                  <a:pt x="0" y="304308"/>
                </a:cubicBezTo>
                <a:cubicBezTo>
                  <a:pt x="0" y="294958"/>
                  <a:pt x="7583" y="287378"/>
                  <a:pt x="16938" y="287378"/>
                </a:cubicBezTo>
                <a:lnTo>
                  <a:pt x="92812" y="287378"/>
                </a:lnTo>
                <a:cubicBezTo>
                  <a:pt x="102167" y="287378"/>
                  <a:pt x="109750" y="294958"/>
                  <a:pt x="109750" y="304308"/>
                </a:cubicBezTo>
                <a:cubicBezTo>
                  <a:pt x="109750" y="313658"/>
                  <a:pt x="102167" y="321238"/>
                  <a:pt x="92812" y="321238"/>
                </a:cubicBezTo>
                <a:close/>
                <a:moveTo>
                  <a:pt x="92812" y="225463"/>
                </a:moveTo>
                <a:lnTo>
                  <a:pt x="62483" y="225463"/>
                </a:lnTo>
                <a:cubicBezTo>
                  <a:pt x="53129" y="225463"/>
                  <a:pt x="45545" y="217883"/>
                  <a:pt x="45545" y="208532"/>
                </a:cubicBezTo>
                <a:cubicBezTo>
                  <a:pt x="45545" y="199182"/>
                  <a:pt x="53129" y="191602"/>
                  <a:pt x="62483" y="191602"/>
                </a:cubicBezTo>
                <a:lnTo>
                  <a:pt x="92812" y="191602"/>
                </a:lnTo>
                <a:cubicBezTo>
                  <a:pt x="102167" y="191602"/>
                  <a:pt x="109750" y="199182"/>
                  <a:pt x="109750" y="208532"/>
                </a:cubicBezTo>
                <a:cubicBezTo>
                  <a:pt x="109750" y="217883"/>
                  <a:pt x="102167" y="225463"/>
                  <a:pt x="92812" y="225463"/>
                </a:cubicBezTo>
                <a:close/>
                <a:moveTo>
                  <a:pt x="457018" y="33860"/>
                </a:moveTo>
                <a:lnTo>
                  <a:pt x="381146" y="33860"/>
                </a:lnTo>
                <a:cubicBezTo>
                  <a:pt x="371791" y="33860"/>
                  <a:pt x="364207" y="26281"/>
                  <a:pt x="364207" y="16930"/>
                </a:cubicBezTo>
                <a:cubicBezTo>
                  <a:pt x="364207" y="7580"/>
                  <a:pt x="371791" y="0"/>
                  <a:pt x="381146" y="0"/>
                </a:cubicBezTo>
                <a:lnTo>
                  <a:pt x="457018" y="0"/>
                </a:lnTo>
                <a:cubicBezTo>
                  <a:pt x="466373" y="0"/>
                  <a:pt x="473956" y="7580"/>
                  <a:pt x="473956" y="16930"/>
                </a:cubicBezTo>
                <a:cubicBezTo>
                  <a:pt x="473956" y="26281"/>
                  <a:pt x="466373" y="33860"/>
                  <a:pt x="457018" y="33860"/>
                </a:cubicBezTo>
                <a:close/>
                <a:moveTo>
                  <a:pt x="411268" y="129636"/>
                </a:moveTo>
                <a:lnTo>
                  <a:pt x="380937" y="129636"/>
                </a:lnTo>
                <a:cubicBezTo>
                  <a:pt x="371586" y="129636"/>
                  <a:pt x="364002" y="122056"/>
                  <a:pt x="364002" y="112706"/>
                </a:cubicBezTo>
                <a:cubicBezTo>
                  <a:pt x="364002" y="103355"/>
                  <a:pt x="371586" y="95775"/>
                  <a:pt x="380937" y="95775"/>
                </a:cubicBezTo>
                <a:lnTo>
                  <a:pt x="411268" y="95775"/>
                </a:lnTo>
                <a:cubicBezTo>
                  <a:pt x="420623" y="95775"/>
                  <a:pt x="428206" y="103355"/>
                  <a:pt x="428206" y="112706"/>
                </a:cubicBezTo>
                <a:cubicBezTo>
                  <a:pt x="428206" y="122056"/>
                  <a:pt x="420623" y="129636"/>
                  <a:pt x="411268" y="129636"/>
                </a:cubicBezTo>
                <a:close/>
                <a:moveTo>
                  <a:pt x="457018" y="321238"/>
                </a:moveTo>
                <a:lnTo>
                  <a:pt x="381146" y="321238"/>
                </a:lnTo>
                <a:cubicBezTo>
                  <a:pt x="371791" y="321238"/>
                  <a:pt x="364207" y="313658"/>
                  <a:pt x="364207" y="304308"/>
                </a:cubicBezTo>
                <a:cubicBezTo>
                  <a:pt x="364207" y="294958"/>
                  <a:pt x="371791" y="287378"/>
                  <a:pt x="381146" y="287378"/>
                </a:cubicBezTo>
                <a:lnTo>
                  <a:pt x="457018" y="287378"/>
                </a:lnTo>
                <a:cubicBezTo>
                  <a:pt x="466373" y="287378"/>
                  <a:pt x="473956" y="294958"/>
                  <a:pt x="473956" y="304308"/>
                </a:cubicBezTo>
                <a:cubicBezTo>
                  <a:pt x="473956" y="313658"/>
                  <a:pt x="466373" y="321238"/>
                  <a:pt x="457018" y="321238"/>
                </a:cubicBezTo>
                <a:close/>
                <a:moveTo>
                  <a:pt x="411268" y="225463"/>
                </a:moveTo>
                <a:lnTo>
                  <a:pt x="380937" y="225463"/>
                </a:lnTo>
                <a:cubicBezTo>
                  <a:pt x="371586" y="225463"/>
                  <a:pt x="364002" y="217883"/>
                  <a:pt x="364002" y="208532"/>
                </a:cubicBezTo>
                <a:cubicBezTo>
                  <a:pt x="364002" y="199182"/>
                  <a:pt x="371586" y="191602"/>
                  <a:pt x="380937" y="191602"/>
                </a:cubicBezTo>
                <a:lnTo>
                  <a:pt x="411268" y="191602"/>
                </a:lnTo>
                <a:cubicBezTo>
                  <a:pt x="420623" y="191602"/>
                  <a:pt x="428206" y="199182"/>
                  <a:pt x="428206" y="208532"/>
                </a:cubicBezTo>
                <a:cubicBezTo>
                  <a:pt x="428206" y="217883"/>
                  <a:pt x="420623" y="225463"/>
                  <a:pt x="411268" y="225463"/>
                </a:cubicBezTo>
                <a:close/>
                <a:moveTo>
                  <a:pt x="352565" y="327918"/>
                </a:moveTo>
                <a:lnTo>
                  <a:pt x="121239" y="327918"/>
                </a:lnTo>
                <a:lnTo>
                  <a:pt x="121239" y="0"/>
                </a:lnTo>
                <a:lnTo>
                  <a:pt x="352565" y="0"/>
                </a:lnTo>
                <a:close/>
                <a:moveTo>
                  <a:pt x="155270" y="294058"/>
                </a:moveTo>
                <a:lnTo>
                  <a:pt x="318738" y="294058"/>
                </a:lnTo>
                <a:lnTo>
                  <a:pt x="318738" y="33860"/>
                </a:lnTo>
                <a:lnTo>
                  <a:pt x="155270" y="33860"/>
                </a:lnTo>
                <a:close/>
              </a:path>
            </a:pathLst>
          </a:custGeom>
          <a:solidFill>
            <a:schemeClr val="bg1"/>
          </a:soli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842CF1-82F1-42E9-881A-060739F1CC51}"/>
              </a:ext>
            </a:extLst>
          </p:cNvPr>
          <p:cNvSpPr txBox="1"/>
          <p:nvPr/>
        </p:nvSpPr>
        <p:spPr>
          <a:xfrm flipH="1">
            <a:off x="7145800" y="2710760"/>
            <a:ext cx="3253490" cy="1030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r"/>
            <a:r>
              <a:rPr lang="en-US" sz="1400" b="1" dirty="0" err="1">
                <a:latin typeface="+mn-lt"/>
              </a:rPr>
              <a:t>Quản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lý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trạng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thái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bằng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AppContext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và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hệ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thống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thông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báo</a:t>
            </a:r>
            <a:r>
              <a:rPr lang="en-US" sz="1400" b="1" dirty="0">
                <a:latin typeface="+mn-lt"/>
              </a:rPr>
              <a:t> </a:t>
            </a:r>
            <a:r>
              <a:rPr lang="en-US" sz="1400" b="1" dirty="0" err="1">
                <a:latin typeface="+mn-lt"/>
              </a:rPr>
              <a:t>ToastContext</a:t>
            </a:r>
            <a:r>
              <a:rPr lang="en-US" sz="1400" b="1" dirty="0">
                <a:latin typeface="+mn-lt"/>
              </a:rPr>
              <a:t> .</a:t>
            </a:r>
            <a:endParaRPr lang="en-US" altLang="zh-CN" sz="1400" b="1" dirty="0">
              <a:latin typeface="+mn-lt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36F05B-6B3E-4C8B-AC9C-62B7AFF57E40}"/>
              </a:ext>
            </a:extLst>
          </p:cNvPr>
          <p:cNvSpPr txBox="1"/>
          <p:nvPr/>
        </p:nvSpPr>
        <p:spPr>
          <a:xfrm flipH="1">
            <a:off x="8730545" y="2289213"/>
            <a:ext cx="1180352" cy="2175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r"/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sym typeface="思源黑体 CN Medium" panose="020B0600000000000000" pitchFamily="34" charset="-122"/>
              </a:rPr>
              <a:t>3</a:t>
            </a:r>
          </a:p>
          <a:p>
            <a:pPr algn="r"/>
            <a:endParaRPr lang="zh-CN" altLang="en-US" dirty="0">
              <a:solidFill>
                <a:schemeClr val="bg2">
                  <a:lumMod val="25000"/>
                </a:schemeClr>
              </a:solidFill>
              <a:effectLst/>
              <a:latin typeface="Segoe UI Black" panose="020B0A02040204020203" pitchFamily="34" charset="0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FA27D47-5C9B-4EDC-9A20-D4627F6AFA0B}"/>
              </a:ext>
            </a:extLst>
          </p:cNvPr>
          <p:cNvSpPr>
            <a:spLocks/>
          </p:cNvSpPr>
          <p:nvPr/>
        </p:nvSpPr>
        <p:spPr>
          <a:xfrm flipH="1">
            <a:off x="10048383" y="2252730"/>
            <a:ext cx="320227" cy="320227"/>
          </a:xfrm>
          <a:prstGeom prst="ellipse">
            <a:avLst/>
          </a:prstGeom>
          <a:solidFill>
            <a:srgbClr val="83C0C8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26" name="图形 88">
            <a:extLst>
              <a:ext uri="{FF2B5EF4-FFF2-40B4-BE49-F238E27FC236}">
                <a16:creationId xmlns:a16="http://schemas.microsoft.com/office/drawing/2014/main" id="{E41E51AB-B9C2-4CC9-B62A-E72E03DE70F5}"/>
              </a:ext>
            </a:extLst>
          </p:cNvPr>
          <p:cNvGrpSpPr>
            <a:grpSpLocks/>
          </p:cNvGrpSpPr>
          <p:nvPr/>
        </p:nvGrpSpPr>
        <p:grpSpPr>
          <a:xfrm>
            <a:off x="10089826" y="2285653"/>
            <a:ext cx="254367" cy="254368"/>
            <a:chOff x="10937000" y="7217013"/>
            <a:chExt cx="495548" cy="495546"/>
          </a:xfrm>
          <a:solidFill>
            <a:schemeClr val="bg1"/>
          </a:solidFill>
        </p:grpSpPr>
        <p:sp>
          <p:nvSpPr>
            <p:cNvPr id="27" name="任意多边形: 形状 153">
              <a:extLst>
                <a:ext uri="{FF2B5EF4-FFF2-40B4-BE49-F238E27FC236}">
                  <a16:creationId xmlns:a16="http://schemas.microsoft.com/office/drawing/2014/main" id="{6E53CA1C-A599-4BDB-AEFC-8F8014439670}"/>
                </a:ext>
              </a:extLst>
            </p:cNvPr>
            <p:cNvSpPr/>
            <p:nvPr/>
          </p:nvSpPr>
          <p:spPr>
            <a:xfrm>
              <a:off x="11034956" y="7281724"/>
              <a:ext cx="293378" cy="348887"/>
            </a:xfrm>
            <a:custGeom>
              <a:avLst/>
              <a:gdLst>
                <a:gd name="connsiteX0" fmla="*/ 172728 w 293378"/>
                <a:gd name="connsiteY0" fmla="*/ 120467 h 348887"/>
                <a:gd name="connsiteX1" fmla="*/ 224129 w 293378"/>
                <a:gd name="connsiteY1" fmla="*/ 120467 h 348887"/>
                <a:gd name="connsiteX2" fmla="*/ 224129 w 293378"/>
                <a:gd name="connsiteY2" fmla="*/ 157637 h 348887"/>
                <a:gd name="connsiteX3" fmla="*/ 232348 w 293378"/>
                <a:gd name="connsiteY3" fmla="*/ 167206 h 348887"/>
                <a:gd name="connsiteX4" fmla="*/ 235783 w 293378"/>
                <a:gd name="connsiteY4" fmla="*/ 167819 h 348887"/>
                <a:gd name="connsiteX5" fmla="*/ 283013 w 293378"/>
                <a:gd name="connsiteY5" fmla="*/ 167819 h 348887"/>
                <a:gd name="connsiteX6" fmla="*/ 293072 w 293378"/>
                <a:gd name="connsiteY6" fmla="*/ 157821 h 348887"/>
                <a:gd name="connsiteX7" fmla="*/ 293379 w 293378"/>
                <a:gd name="connsiteY7" fmla="*/ 155184 h 348887"/>
                <a:gd name="connsiteX8" fmla="*/ 293379 w 293378"/>
                <a:gd name="connsiteY8" fmla="*/ 61521 h 348887"/>
                <a:gd name="connsiteX9" fmla="*/ 284914 w 293378"/>
                <a:gd name="connsiteY9" fmla="*/ 51585 h 348887"/>
                <a:gd name="connsiteX10" fmla="*/ 284792 w 293378"/>
                <a:gd name="connsiteY10" fmla="*/ 51585 h 348887"/>
                <a:gd name="connsiteX11" fmla="*/ 284239 w 293378"/>
                <a:gd name="connsiteY11" fmla="*/ 51523 h 348887"/>
                <a:gd name="connsiteX12" fmla="*/ 283381 w 293378"/>
                <a:gd name="connsiteY12" fmla="*/ 51462 h 348887"/>
                <a:gd name="connsiteX13" fmla="*/ 172728 w 293378"/>
                <a:gd name="connsiteY13" fmla="*/ 51462 h 348887"/>
                <a:gd name="connsiteX14" fmla="*/ 172728 w 293378"/>
                <a:gd name="connsiteY14" fmla="*/ 12758 h 348887"/>
                <a:gd name="connsiteX15" fmla="*/ 165980 w 293378"/>
                <a:gd name="connsiteY15" fmla="*/ 1656 h 348887"/>
                <a:gd name="connsiteX16" fmla="*/ 159724 w 293378"/>
                <a:gd name="connsiteY16" fmla="*/ 0 h 348887"/>
                <a:gd name="connsiteX17" fmla="*/ 38582 w 293378"/>
                <a:gd name="connsiteY17" fmla="*/ 0 h 348887"/>
                <a:gd name="connsiteX18" fmla="*/ 26130 w 293378"/>
                <a:gd name="connsiteY18" fmla="*/ 12451 h 348887"/>
                <a:gd name="connsiteX19" fmla="*/ 26130 w 293378"/>
                <a:gd name="connsiteY19" fmla="*/ 276325 h 348887"/>
                <a:gd name="connsiteX20" fmla="*/ 11777 w 293378"/>
                <a:gd name="connsiteY20" fmla="*/ 276325 h 348887"/>
                <a:gd name="connsiteX21" fmla="*/ 8219 w 293378"/>
                <a:gd name="connsiteY21" fmla="*/ 277062 h 348887"/>
                <a:gd name="connsiteX22" fmla="*/ 0 w 293378"/>
                <a:gd name="connsiteY22" fmla="*/ 288777 h 348887"/>
                <a:gd name="connsiteX23" fmla="*/ 0 w 293378"/>
                <a:gd name="connsiteY23" fmla="*/ 336436 h 348887"/>
                <a:gd name="connsiteX24" fmla="*/ 12452 w 293378"/>
                <a:gd name="connsiteY24" fmla="*/ 348888 h 348887"/>
                <a:gd name="connsiteX25" fmla="*/ 185118 w 293378"/>
                <a:gd name="connsiteY25" fmla="*/ 348888 h 348887"/>
                <a:gd name="connsiteX26" fmla="*/ 197569 w 293378"/>
                <a:gd name="connsiteY26" fmla="*/ 336436 h 348887"/>
                <a:gd name="connsiteX27" fmla="*/ 197569 w 293378"/>
                <a:gd name="connsiteY27" fmla="*/ 288838 h 348887"/>
                <a:gd name="connsiteX28" fmla="*/ 186651 w 293378"/>
                <a:gd name="connsiteY28" fmla="*/ 276448 h 348887"/>
                <a:gd name="connsiteX29" fmla="*/ 185792 w 293378"/>
                <a:gd name="connsiteY29" fmla="*/ 276325 h 348887"/>
                <a:gd name="connsiteX30" fmla="*/ 172728 w 293378"/>
                <a:gd name="connsiteY30" fmla="*/ 276325 h 348887"/>
                <a:gd name="connsiteX31" fmla="*/ 172728 w 293378"/>
                <a:gd name="connsiteY31" fmla="*/ 120467 h 348887"/>
                <a:gd name="connsiteX32" fmla="*/ 188246 w 293378"/>
                <a:gd name="connsiteY32" fmla="*/ 69618 h 348887"/>
                <a:gd name="connsiteX33" fmla="*/ 275161 w 293378"/>
                <a:gd name="connsiteY33" fmla="*/ 69618 h 348887"/>
                <a:gd name="connsiteX34" fmla="*/ 275161 w 293378"/>
                <a:gd name="connsiteY34" fmla="*/ 149664 h 348887"/>
                <a:gd name="connsiteX35" fmla="*/ 244186 w 293378"/>
                <a:gd name="connsiteY35" fmla="*/ 149664 h 348887"/>
                <a:gd name="connsiteX36" fmla="*/ 244186 w 293378"/>
                <a:gd name="connsiteY36" fmla="*/ 113413 h 348887"/>
                <a:gd name="connsiteX37" fmla="*/ 244247 w 293378"/>
                <a:gd name="connsiteY37" fmla="*/ 112431 h 348887"/>
                <a:gd name="connsiteX38" fmla="*/ 234188 w 293378"/>
                <a:gd name="connsiteY38" fmla="*/ 102372 h 348887"/>
                <a:gd name="connsiteX39" fmla="*/ 172728 w 293378"/>
                <a:gd name="connsiteY39" fmla="*/ 102372 h 348887"/>
                <a:gd name="connsiteX40" fmla="*/ 172728 w 293378"/>
                <a:gd name="connsiteY40" fmla="*/ 69618 h 348887"/>
                <a:gd name="connsiteX41" fmla="*/ 188246 w 293378"/>
                <a:gd name="connsiteY41" fmla="*/ 69618 h 348887"/>
                <a:gd name="connsiteX42" fmla="*/ 22940 w 293378"/>
                <a:gd name="connsiteY42" fmla="*/ 326377 h 348887"/>
                <a:gd name="connsiteX43" fmla="*/ 22940 w 293378"/>
                <a:gd name="connsiteY43" fmla="*/ 296444 h 348887"/>
                <a:gd name="connsiteX44" fmla="*/ 174629 w 293378"/>
                <a:gd name="connsiteY44" fmla="*/ 296444 h 348887"/>
                <a:gd name="connsiteX45" fmla="*/ 174629 w 293378"/>
                <a:gd name="connsiteY45" fmla="*/ 326377 h 348887"/>
                <a:gd name="connsiteX46" fmla="*/ 22940 w 293378"/>
                <a:gd name="connsiteY46" fmla="*/ 326377 h 348887"/>
                <a:gd name="connsiteX47" fmla="*/ 49070 w 293378"/>
                <a:gd name="connsiteY47" fmla="*/ 276325 h 348887"/>
                <a:gd name="connsiteX48" fmla="*/ 49070 w 293378"/>
                <a:gd name="connsiteY48" fmla="*/ 22940 h 348887"/>
                <a:gd name="connsiteX49" fmla="*/ 149726 w 293378"/>
                <a:gd name="connsiteY49" fmla="*/ 22940 h 348887"/>
                <a:gd name="connsiteX50" fmla="*/ 149726 w 293378"/>
                <a:gd name="connsiteY50" fmla="*/ 276325 h 348887"/>
                <a:gd name="connsiteX51" fmla="*/ 49070 w 293378"/>
                <a:gd name="connsiteY51" fmla="*/ 276325 h 3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93378" h="348887">
                  <a:moveTo>
                    <a:pt x="172728" y="120467"/>
                  </a:moveTo>
                  <a:lnTo>
                    <a:pt x="224129" y="120467"/>
                  </a:lnTo>
                  <a:lnTo>
                    <a:pt x="224129" y="157637"/>
                  </a:lnTo>
                  <a:cubicBezTo>
                    <a:pt x="224129" y="162421"/>
                    <a:pt x="227686" y="166347"/>
                    <a:pt x="232348" y="167206"/>
                  </a:cubicBezTo>
                  <a:cubicBezTo>
                    <a:pt x="233451" y="167574"/>
                    <a:pt x="234556" y="167819"/>
                    <a:pt x="235783" y="167819"/>
                  </a:cubicBezTo>
                  <a:lnTo>
                    <a:pt x="283013" y="167819"/>
                  </a:lnTo>
                  <a:cubicBezTo>
                    <a:pt x="288594" y="167819"/>
                    <a:pt x="293011" y="163341"/>
                    <a:pt x="293072" y="157821"/>
                  </a:cubicBezTo>
                  <a:cubicBezTo>
                    <a:pt x="293256" y="156963"/>
                    <a:pt x="293379" y="156104"/>
                    <a:pt x="293379" y="155184"/>
                  </a:cubicBezTo>
                  <a:lnTo>
                    <a:pt x="293379" y="61521"/>
                  </a:lnTo>
                  <a:cubicBezTo>
                    <a:pt x="293379" y="56492"/>
                    <a:pt x="289699" y="52321"/>
                    <a:pt x="284914" y="51585"/>
                  </a:cubicBezTo>
                  <a:lnTo>
                    <a:pt x="284792" y="51585"/>
                  </a:lnTo>
                  <a:cubicBezTo>
                    <a:pt x="284608" y="51523"/>
                    <a:pt x="284423" y="51523"/>
                    <a:pt x="284239" y="51523"/>
                  </a:cubicBezTo>
                  <a:cubicBezTo>
                    <a:pt x="283933" y="51462"/>
                    <a:pt x="283626" y="51462"/>
                    <a:pt x="283381" y="51462"/>
                  </a:cubicBezTo>
                  <a:lnTo>
                    <a:pt x="172728" y="51462"/>
                  </a:lnTo>
                  <a:lnTo>
                    <a:pt x="172728" y="12758"/>
                  </a:lnTo>
                  <a:cubicBezTo>
                    <a:pt x="172728" y="7912"/>
                    <a:pt x="169967" y="3741"/>
                    <a:pt x="165980" y="1656"/>
                  </a:cubicBezTo>
                  <a:cubicBezTo>
                    <a:pt x="164140" y="552"/>
                    <a:pt x="161993" y="0"/>
                    <a:pt x="159724" y="0"/>
                  </a:cubicBezTo>
                  <a:lnTo>
                    <a:pt x="38582" y="0"/>
                  </a:lnTo>
                  <a:cubicBezTo>
                    <a:pt x="31650" y="0"/>
                    <a:pt x="26130" y="5582"/>
                    <a:pt x="26130" y="12451"/>
                  </a:cubicBezTo>
                  <a:lnTo>
                    <a:pt x="26130" y="276325"/>
                  </a:lnTo>
                  <a:lnTo>
                    <a:pt x="11777" y="276325"/>
                  </a:lnTo>
                  <a:cubicBezTo>
                    <a:pt x="10489" y="276325"/>
                    <a:pt x="9323" y="276571"/>
                    <a:pt x="8219" y="277062"/>
                  </a:cubicBezTo>
                  <a:cubicBezTo>
                    <a:pt x="3435" y="278779"/>
                    <a:pt x="0" y="283379"/>
                    <a:pt x="0" y="288777"/>
                  </a:cubicBezTo>
                  <a:lnTo>
                    <a:pt x="0" y="336436"/>
                  </a:lnTo>
                  <a:cubicBezTo>
                    <a:pt x="0" y="343367"/>
                    <a:pt x="5582" y="348888"/>
                    <a:pt x="12452" y="348888"/>
                  </a:cubicBezTo>
                  <a:lnTo>
                    <a:pt x="185118" y="348888"/>
                  </a:lnTo>
                  <a:cubicBezTo>
                    <a:pt x="192049" y="348888"/>
                    <a:pt x="197569" y="343306"/>
                    <a:pt x="197569" y="336436"/>
                  </a:cubicBezTo>
                  <a:lnTo>
                    <a:pt x="197569" y="288838"/>
                  </a:lnTo>
                  <a:cubicBezTo>
                    <a:pt x="197569" y="282459"/>
                    <a:pt x="192785" y="277245"/>
                    <a:pt x="186651" y="276448"/>
                  </a:cubicBezTo>
                  <a:cubicBezTo>
                    <a:pt x="186405" y="276387"/>
                    <a:pt x="186099" y="276387"/>
                    <a:pt x="185792" y="276325"/>
                  </a:cubicBezTo>
                  <a:lnTo>
                    <a:pt x="172728" y="276325"/>
                  </a:lnTo>
                  <a:lnTo>
                    <a:pt x="172728" y="120467"/>
                  </a:lnTo>
                  <a:close/>
                  <a:moveTo>
                    <a:pt x="188246" y="69618"/>
                  </a:moveTo>
                  <a:lnTo>
                    <a:pt x="275161" y="69618"/>
                  </a:lnTo>
                  <a:lnTo>
                    <a:pt x="275161" y="149664"/>
                  </a:lnTo>
                  <a:lnTo>
                    <a:pt x="244186" y="149664"/>
                  </a:lnTo>
                  <a:lnTo>
                    <a:pt x="244186" y="113413"/>
                  </a:lnTo>
                  <a:cubicBezTo>
                    <a:pt x="244247" y="113045"/>
                    <a:pt x="244247" y="112800"/>
                    <a:pt x="244247" y="112431"/>
                  </a:cubicBezTo>
                  <a:cubicBezTo>
                    <a:pt x="244247" y="106850"/>
                    <a:pt x="239708" y="102372"/>
                    <a:pt x="234188" y="102372"/>
                  </a:cubicBezTo>
                  <a:lnTo>
                    <a:pt x="172728" y="102372"/>
                  </a:lnTo>
                  <a:lnTo>
                    <a:pt x="172728" y="69618"/>
                  </a:lnTo>
                  <a:lnTo>
                    <a:pt x="188246" y="69618"/>
                  </a:lnTo>
                  <a:close/>
                  <a:moveTo>
                    <a:pt x="22940" y="326377"/>
                  </a:moveTo>
                  <a:lnTo>
                    <a:pt x="22940" y="296444"/>
                  </a:lnTo>
                  <a:lnTo>
                    <a:pt x="174629" y="296444"/>
                  </a:lnTo>
                  <a:lnTo>
                    <a:pt x="174629" y="326377"/>
                  </a:lnTo>
                  <a:lnTo>
                    <a:pt x="22940" y="326377"/>
                  </a:lnTo>
                  <a:close/>
                  <a:moveTo>
                    <a:pt x="49070" y="276325"/>
                  </a:moveTo>
                  <a:lnTo>
                    <a:pt x="49070" y="22940"/>
                  </a:lnTo>
                  <a:lnTo>
                    <a:pt x="149726" y="22940"/>
                  </a:lnTo>
                  <a:lnTo>
                    <a:pt x="149726" y="276325"/>
                  </a:lnTo>
                  <a:lnTo>
                    <a:pt x="49070" y="276325"/>
                  </a:lnTo>
                  <a:close/>
                </a:path>
              </a:pathLst>
            </a:custGeom>
            <a:grpFill/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8" name="任意多边形: 形状 154">
              <a:extLst>
                <a:ext uri="{FF2B5EF4-FFF2-40B4-BE49-F238E27FC236}">
                  <a16:creationId xmlns:a16="http://schemas.microsoft.com/office/drawing/2014/main" id="{854DF160-831A-4859-B336-A851424E841C}"/>
                </a:ext>
              </a:extLst>
            </p:cNvPr>
            <p:cNvSpPr/>
            <p:nvPr/>
          </p:nvSpPr>
          <p:spPr>
            <a:xfrm>
              <a:off x="11256140" y="7465184"/>
              <a:ext cx="78512" cy="115559"/>
            </a:xfrm>
            <a:custGeom>
              <a:avLst/>
              <a:gdLst>
                <a:gd name="connsiteX0" fmla="*/ 73421 w 78512"/>
                <a:gd name="connsiteY0" fmla="*/ 57228 h 115559"/>
                <a:gd name="connsiteX1" fmla="*/ 72992 w 78512"/>
                <a:gd name="connsiteY1" fmla="*/ 56369 h 115559"/>
                <a:gd name="connsiteX2" fmla="*/ 44040 w 78512"/>
                <a:gd name="connsiteY2" fmla="*/ 8035 h 115559"/>
                <a:gd name="connsiteX3" fmla="*/ 39256 w 78512"/>
                <a:gd name="connsiteY3" fmla="*/ 0 h 115559"/>
                <a:gd name="connsiteX4" fmla="*/ 34472 w 78512"/>
                <a:gd name="connsiteY4" fmla="*/ 8035 h 115559"/>
                <a:gd name="connsiteX5" fmla="*/ 5275 w 78512"/>
                <a:gd name="connsiteY5" fmla="*/ 56676 h 115559"/>
                <a:gd name="connsiteX6" fmla="*/ 5091 w 78512"/>
                <a:gd name="connsiteY6" fmla="*/ 57044 h 115559"/>
                <a:gd name="connsiteX7" fmla="*/ 0 w 78512"/>
                <a:gd name="connsiteY7" fmla="*/ 76304 h 115559"/>
                <a:gd name="connsiteX8" fmla="*/ 39256 w 78512"/>
                <a:gd name="connsiteY8" fmla="*/ 115560 h 115559"/>
                <a:gd name="connsiteX9" fmla="*/ 78512 w 78512"/>
                <a:gd name="connsiteY9" fmla="*/ 76304 h 115559"/>
                <a:gd name="connsiteX10" fmla="*/ 73421 w 78512"/>
                <a:gd name="connsiteY10" fmla="*/ 57228 h 11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512" h="115559">
                  <a:moveTo>
                    <a:pt x="73421" y="57228"/>
                  </a:moveTo>
                  <a:cubicBezTo>
                    <a:pt x="73299" y="56860"/>
                    <a:pt x="73176" y="56615"/>
                    <a:pt x="72992" y="56369"/>
                  </a:cubicBezTo>
                  <a:lnTo>
                    <a:pt x="44040" y="8035"/>
                  </a:lnTo>
                  <a:lnTo>
                    <a:pt x="39256" y="0"/>
                  </a:lnTo>
                  <a:lnTo>
                    <a:pt x="34472" y="8035"/>
                  </a:lnTo>
                  <a:lnTo>
                    <a:pt x="5275" y="56676"/>
                  </a:lnTo>
                  <a:lnTo>
                    <a:pt x="5091" y="57044"/>
                  </a:lnTo>
                  <a:cubicBezTo>
                    <a:pt x="1778" y="62932"/>
                    <a:pt x="0" y="69618"/>
                    <a:pt x="0" y="76304"/>
                  </a:cubicBezTo>
                  <a:cubicBezTo>
                    <a:pt x="0" y="97956"/>
                    <a:pt x="17604" y="115560"/>
                    <a:pt x="39256" y="115560"/>
                  </a:cubicBezTo>
                  <a:cubicBezTo>
                    <a:pt x="60908" y="115560"/>
                    <a:pt x="78512" y="97956"/>
                    <a:pt x="78512" y="76304"/>
                  </a:cubicBezTo>
                  <a:cubicBezTo>
                    <a:pt x="78390" y="69679"/>
                    <a:pt x="76672" y="63116"/>
                    <a:pt x="73421" y="57228"/>
                  </a:cubicBezTo>
                  <a:close/>
                </a:path>
              </a:pathLst>
            </a:custGeom>
            <a:grpFill/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152805" y="332405"/>
            <a:ext cx="7895578" cy="631711"/>
            <a:chOff x="4657138" y="538219"/>
            <a:chExt cx="2867228" cy="953057"/>
          </a:xfrm>
        </p:grpSpPr>
        <p:sp>
          <p:nvSpPr>
            <p:cNvPr id="41" name="矩形 40"/>
            <p:cNvSpPr/>
            <p:nvPr/>
          </p:nvSpPr>
          <p:spPr>
            <a:xfrm>
              <a:off x="4657138" y="538219"/>
              <a:ext cx="2867228" cy="953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KIẾN TRÚC HỆ THỐNG &amp; CÔNG NGHỆ</a:t>
              </a:r>
              <a:endParaRPr lang="zh-CN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36" name="直接连接符 35"/>
            <p:cNvCxnSpPr>
              <a:cxnSpLocks/>
            </p:cNvCxnSpPr>
            <p:nvPr/>
          </p:nvCxnSpPr>
          <p:spPr>
            <a:xfrm>
              <a:off x="5027644" y="1466555"/>
              <a:ext cx="2159730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455009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5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75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50"/>
                            </p:stCondLst>
                            <p:childTnLst>
                              <p:par>
                                <p:cTn id="7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75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0"/>
                            </p:stCondLst>
                            <p:childTnLst>
                              <p:par>
                                <p:cTn id="8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250"/>
                            </p:stCondLst>
                            <p:childTnLst>
                              <p:par>
                                <p:cTn id="9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 animBg="1"/>
      <p:bldP spid="18" grpId="0"/>
      <p:bldP spid="19" grpId="0"/>
      <p:bldP spid="20" grpId="0" animBg="1"/>
      <p:bldP spid="21" grpId="0" animBg="1"/>
      <p:bldP spid="23" grpId="0"/>
      <p:bldP spid="24" grpId="0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288">
            <a:extLst>
              <a:ext uri="{FF2B5EF4-FFF2-40B4-BE49-F238E27FC236}">
                <a16:creationId xmlns:a16="http://schemas.microsoft.com/office/drawing/2014/main" id="{87F368BB-4AFD-46E0-A037-2E9A4387FB1F}"/>
              </a:ext>
            </a:extLst>
          </p:cNvPr>
          <p:cNvSpPr/>
          <p:nvPr/>
        </p:nvSpPr>
        <p:spPr>
          <a:xfrm>
            <a:off x="1615440" y="4016812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矩形: 圆角 289">
            <a:extLst>
              <a:ext uri="{FF2B5EF4-FFF2-40B4-BE49-F238E27FC236}">
                <a16:creationId xmlns:a16="http://schemas.microsoft.com/office/drawing/2014/main" id="{62A39D7A-60FD-4F22-9672-3C90CB959A38}"/>
              </a:ext>
            </a:extLst>
          </p:cNvPr>
          <p:cNvSpPr/>
          <p:nvPr/>
        </p:nvSpPr>
        <p:spPr>
          <a:xfrm>
            <a:off x="6195864" y="4016812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矩形: 圆角 252">
            <a:extLst>
              <a:ext uri="{FF2B5EF4-FFF2-40B4-BE49-F238E27FC236}">
                <a16:creationId xmlns:a16="http://schemas.microsoft.com/office/drawing/2014/main" id="{5F1E437B-8786-47EF-B885-C802CF48F3D3}"/>
              </a:ext>
            </a:extLst>
          </p:cNvPr>
          <p:cNvSpPr/>
          <p:nvPr/>
        </p:nvSpPr>
        <p:spPr>
          <a:xfrm>
            <a:off x="1615440" y="1988840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矩形: 圆角 253">
            <a:extLst>
              <a:ext uri="{FF2B5EF4-FFF2-40B4-BE49-F238E27FC236}">
                <a16:creationId xmlns:a16="http://schemas.microsoft.com/office/drawing/2014/main" id="{D24669F0-B710-4EC4-8AE4-C2D0328B6E3F}"/>
              </a:ext>
            </a:extLst>
          </p:cNvPr>
          <p:cNvSpPr/>
          <p:nvPr/>
        </p:nvSpPr>
        <p:spPr>
          <a:xfrm>
            <a:off x="6195864" y="1988840"/>
            <a:ext cx="4380696" cy="1807552"/>
          </a:xfrm>
          <a:prstGeom prst="roundRect">
            <a:avLst>
              <a:gd name="adj" fmla="val 4147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rotWithShape="0">
              <a:schemeClr val="tx1">
                <a:lumMod val="95000"/>
                <a:lumOff val="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圆: 空心 103">
            <a:extLst>
              <a:ext uri="{FF2B5EF4-FFF2-40B4-BE49-F238E27FC236}">
                <a16:creationId xmlns:a16="http://schemas.microsoft.com/office/drawing/2014/main" id="{535AE0C4-595D-41FC-9A4D-A8E3185B7C99}"/>
              </a:ext>
            </a:extLst>
          </p:cNvPr>
          <p:cNvSpPr/>
          <p:nvPr/>
        </p:nvSpPr>
        <p:spPr>
          <a:xfrm>
            <a:off x="5021333" y="2803235"/>
            <a:ext cx="2124471" cy="2124470"/>
          </a:xfrm>
          <a:prstGeom prst="donut">
            <a:avLst>
              <a:gd name="adj" fmla="val 17044"/>
            </a:avLst>
          </a:prstGeom>
          <a:solidFill>
            <a:srgbClr val="FAECCA">
              <a:alpha val="58000"/>
            </a:srgbClr>
          </a:solidFill>
          <a:ln w="12700" cap="flat" cmpd="sng" algn="ctr">
            <a:noFill/>
            <a:prstDash val="solid"/>
            <a:miter lim="800000"/>
          </a:ln>
          <a:effectLst>
            <a:softEdge rad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" panose="020B0500000000000000" pitchFamily="34" charset="-122"/>
              <a:ea typeface="思源黑体" panose="020B05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4842566F-A2FB-4D1D-B767-2C8884E5E7EE}"/>
              </a:ext>
            </a:extLst>
          </p:cNvPr>
          <p:cNvSpPr/>
          <p:nvPr/>
        </p:nvSpPr>
        <p:spPr>
          <a:xfrm>
            <a:off x="5194057" y="2975960"/>
            <a:ext cx="1779020" cy="1779020"/>
          </a:xfrm>
          <a:prstGeom prst="ellipse">
            <a:avLst/>
          </a:prstGeom>
          <a:solidFill>
            <a:srgbClr val="64A2A4"/>
          </a:solidFill>
          <a:ln>
            <a:noFill/>
          </a:ln>
          <a:effectLst>
            <a:outerShdw blurRad="254000" dist="190500" dir="2700000" sx="97000" sy="97000" algn="tl" rotWithShape="0">
              <a:srgbClr val="BFA3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B91DAF3-F346-41FD-8ACD-2463184A6C15}"/>
              </a:ext>
            </a:extLst>
          </p:cNvPr>
          <p:cNvSpPr txBox="1"/>
          <p:nvPr/>
        </p:nvSpPr>
        <p:spPr>
          <a:xfrm>
            <a:off x="4953569" y="3370453"/>
            <a:ext cx="22848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(Node.js + Express.js)</a:t>
            </a:r>
            <a:endParaRPr lang="zh-CN" altLang="en-US" sz="1400" b="1" dirty="0">
              <a:solidFill>
                <a:schemeClr val="bg1"/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EF91FF-654E-4E5D-BB07-49C9EA0A5ED9}"/>
              </a:ext>
            </a:extLst>
          </p:cNvPr>
          <p:cNvSpPr txBox="1"/>
          <p:nvPr/>
        </p:nvSpPr>
        <p:spPr>
          <a:xfrm>
            <a:off x="1944517" y="2710760"/>
            <a:ext cx="3470763" cy="1030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Xây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dựng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RESTful API 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chuẩn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hóa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</a:p>
          <a:p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( /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api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/notes, /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api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/topics, /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api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/private, /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api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/profile ).</a:t>
            </a:r>
            <a:endParaRPr lang="en-US" altLang="zh-CN" sz="1400" b="1" dirty="0">
              <a:solidFill>
                <a:schemeClr val="tx1"/>
              </a:solidFill>
              <a:latin typeface="+mn-lt"/>
              <a:ea typeface="思源黑体" panose="020B0500000000000000" pitchFamily="34" charset="-122"/>
              <a:cs typeface="Times New Roman" panose="02020603050405020304" pitchFamily="18" charset="0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FB997A9-6EA4-4B7F-94D9-64BA0D10263B}"/>
              </a:ext>
            </a:extLst>
          </p:cNvPr>
          <p:cNvSpPr txBox="1"/>
          <p:nvPr/>
        </p:nvSpPr>
        <p:spPr>
          <a:xfrm>
            <a:off x="2387037" y="2289211"/>
            <a:ext cx="1099833" cy="272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sym typeface="思源黑体 CN Medium" panose="020B0600000000000000" pitchFamily="34" charset="-122"/>
              </a:rPr>
              <a:t>1</a:t>
            </a:r>
            <a:endParaRPr lang="zh-CN" altLang="en-US" dirty="0">
              <a:solidFill>
                <a:schemeClr val="bg2">
                  <a:lumMod val="25000"/>
                </a:schemeClr>
              </a:solidFill>
              <a:effectLst/>
              <a:latin typeface="Segoe UI Black" panose="020B0A02040204020203" pitchFamily="34" charset="0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6E0DFBB-7918-4162-AB92-C8A40199534A}"/>
              </a:ext>
            </a:extLst>
          </p:cNvPr>
          <p:cNvSpPr>
            <a:spLocks/>
          </p:cNvSpPr>
          <p:nvPr/>
        </p:nvSpPr>
        <p:spPr>
          <a:xfrm>
            <a:off x="1936009" y="2252730"/>
            <a:ext cx="320227" cy="320227"/>
          </a:xfrm>
          <a:prstGeom prst="ellipse">
            <a:avLst/>
          </a:prstGeom>
          <a:solidFill>
            <a:srgbClr val="83C0C8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图形 89">
            <a:extLst>
              <a:ext uri="{FF2B5EF4-FFF2-40B4-BE49-F238E27FC236}">
                <a16:creationId xmlns:a16="http://schemas.microsoft.com/office/drawing/2014/main" id="{49751555-A008-4B7F-8CA9-F5017CF596F0}"/>
              </a:ext>
            </a:extLst>
          </p:cNvPr>
          <p:cNvSpPr>
            <a:spLocks/>
          </p:cNvSpPr>
          <p:nvPr/>
        </p:nvSpPr>
        <p:spPr>
          <a:xfrm>
            <a:off x="1999254" y="2315970"/>
            <a:ext cx="193743" cy="193744"/>
          </a:xfrm>
          <a:custGeom>
            <a:avLst/>
            <a:gdLst>
              <a:gd name="connsiteX0" fmla="*/ 176197 w 351846"/>
              <a:gd name="connsiteY0" fmla="*/ 126167 h 351838"/>
              <a:gd name="connsiteX1" fmla="*/ 126146 w 351846"/>
              <a:gd name="connsiteY1" fmla="*/ 176316 h 351838"/>
              <a:gd name="connsiteX2" fmla="*/ 176197 w 351846"/>
              <a:gd name="connsiteY2" fmla="*/ 226465 h 351838"/>
              <a:gd name="connsiteX3" fmla="*/ 226248 w 351846"/>
              <a:gd name="connsiteY3" fmla="*/ 176316 h 351838"/>
              <a:gd name="connsiteX4" fmla="*/ 176197 w 351846"/>
              <a:gd name="connsiteY4" fmla="*/ 126167 h 351838"/>
              <a:gd name="connsiteX5" fmla="*/ 176197 w 351846"/>
              <a:gd name="connsiteY5" fmla="*/ 203660 h 351838"/>
              <a:gd name="connsiteX6" fmla="*/ 148907 w 351846"/>
              <a:gd name="connsiteY6" fmla="*/ 176316 h 351838"/>
              <a:gd name="connsiteX7" fmla="*/ 176197 w 351846"/>
              <a:gd name="connsiteY7" fmla="*/ 148972 h 351838"/>
              <a:gd name="connsiteX8" fmla="*/ 203488 w 351846"/>
              <a:gd name="connsiteY8" fmla="*/ 176316 h 351838"/>
              <a:gd name="connsiteX9" fmla="*/ 176197 w 351846"/>
              <a:gd name="connsiteY9" fmla="*/ 203660 h 351838"/>
              <a:gd name="connsiteX10" fmla="*/ 340733 w 351846"/>
              <a:gd name="connsiteY10" fmla="*/ 164857 h 351838"/>
              <a:gd name="connsiteX11" fmla="*/ 328617 w 351846"/>
              <a:gd name="connsiteY11" fmla="*/ 164857 h 351838"/>
              <a:gd name="connsiteX12" fmla="*/ 317067 w 351846"/>
              <a:gd name="connsiteY12" fmla="*/ 116637 h 351838"/>
              <a:gd name="connsiteX13" fmla="*/ 284341 w 351846"/>
              <a:gd name="connsiteY13" fmla="*/ 67962 h 351838"/>
              <a:gd name="connsiteX14" fmla="*/ 235761 w 351846"/>
              <a:gd name="connsiteY14" fmla="*/ 35173 h 351838"/>
              <a:gd name="connsiteX15" fmla="*/ 187522 w 351846"/>
              <a:gd name="connsiteY15" fmla="*/ 23600 h 351838"/>
              <a:gd name="connsiteX16" fmla="*/ 187522 w 351846"/>
              <a:gd name="connsiteY16" fmla="*/ 11346 h 351838"/>
              <a:gd name="connsiteX17" fmla="*/ 176198 w 351846"/>
              <a:gd name="connsiteY17" fmla="*/ 0 h 351838"/>
              <a:gd name="connsiteX18" fmla="*/ 164874 w 351846"/>
              <a:gd name="connsiteY18" fmla="*/ 11346 h 351838"/>
              <a:gd name="connsiteX19" fmla="*/ 164874 w 351846"/>
              <a:gd name="connsiteY19" fmla="*/ 23486 h 351838"/>
              <a:gd name="connsiteX20" fmla="*/ 116748 w 351846"/>
              <a:gd name="connsiteY20" fmla="*/ 35059 h 351838"/>
              <a:gd name="connsiteX21" fmla="*/ 68056 w 351846"/>
              <a:gd name="connsiteY21" fmla="*/ 67962 h 351838"/>
              <a:gd name="connsiteX22" fmla="*/ 35330 w 351846"/>
              <a:gd name="connsiteY22" fmla="*/ 116637 h 351838"/>
              <a:gd name="connsiteX23" fmla="*/ 23780 w 351846"/>
              <a:gd name="connsiteY23" fmla="*/ 164857 h 351838"/>
              <a:gd name="connsiteX24" fmla="*/ 11324 w 351846"/>
              <a:gd name="connsiteY24" fmla="*/ 164857 h 351838"/>
              <a:gd name="connsiteX25" fmla="*/ 0 w 351846"/>
              <a:gd name="connsiteY25" fmla="*/ 176203 h 351838"/>
              <a:gd name="connsiteX26" fmla="*/ 11324 w 351846"/>
              <a:gd name="connsiteY26" fmla="*/ 187549 h 351838"/>
              <a:gd name="connsiteX27" fmla="*/ 23780 w 351846"/>
              <a:gd name="connsiteY27" fmla="*/ 187549 h 351838"/>
              <a:gd name="connsiteX28" fmla="*/ 35330 w 351846"/>
              <a:gd name="connsiteY28" fmla="*/ 235769 h 351838"/>
              <a:gd name="connsiteX29" fmla="*/ 68056 w 351846"/>
              <a:gd name="connsiteY29" fmla="*/ 284443 h 351838"/>
              <a:gd name="connsiteX30" fmla="*/ 116635 w 351846"/>
              <a:gd name="connsiteY30" fmla="*/ 317233 h 351838"/>
              <a:gd name="connsiteX31" fmla="*/ 164762 w 351846"/>
              <a:gd name="connsiteY31" fmla="*/ 328806 h 351838"/>
              <a:gd name="connsiteX32" fmla="*/ 164762 w 351846"/>
              <a:gd name="connsiteY32" fmla="*/ 340492 h 351838"/>
              <a:gd name="connsiteX33" fmla="*/ 176085 w 351846"/>
              <a:gd name="connsiteY33" fmla="*/ 351838 h 351838"/>
              <a:gd name="connsiteX34" fmla="*/ 187409 w 351846"/>
              <a:gd name="connsiteY34" fmla="*/ 340492 h 351838"/>
              <a:gd name="connsiteX35" fmla="*/ 187409 w 351846"/>
              <a:gd name="connsiteY35" fmla="*/ 329033 h 351838"/>
              <a:gd name="connsiteX36" fmla="*/ 235535 w 351846"/>
              <a:gd name="connsiteY36" fmla="*/ 317460 h 351838"/>
              <a:gd name="connsiteX37" fmla="*/ 284115 w 351846"/>
              <a:gd name="connsiteY37" fmla="*/ 284670 h 351838"/>
              <a:gd name="connsiteX38" fmla="*/ 316841 w 351846"/>
              <a:gd name="connsiteY38" fmla="*/ 235996 h 351838"/>
              <a:gd name="connsiteX39" fmla="*/ 328391 w 351846"/>
              <a:gd name="connsiteY39" fmla="*/ 187776 h 351838"/>
              <a:gd name="connsiteX40" fmla="*/ 340507 w 351846"/>
              <a:gd name="connsiteY40" fmla="*/ 187776 h 351838"/>
              <a:gd name="connsiteX41" fmla="*/ 351831 w 351846"/>
              <a:gd name="connsiteY41" fmla="*/ 176430 h 351838"/>
              <a:gd name="connsiteX42" fmla="*/ 340733 w 351846"/>
              <a:gd name="connsiteY42" fmla="*/ 164857 h 351838"/>
              <a:gd name="connsiteX43" fmla="*/ 187521 w 351846"/>
              <a:gd name="connsiteY43" fmla="*/ 306114 h 351838"/>
              <a:gd name="connsiteX44" fmla="*/ 187521 w 351846"/>
              <a:gd name="connsiteY44" fmla="*/ 279564 h 351838"/>
              <a:gd name="connsiteX45" fmla="*/ 176197 w 351846"/>
              <a:gd name="connsiteY45" fmla="*/ 268218 h 351838"/>
              <a:gd name="connsiteX46" fmla="*/ 164873 w 351846"/>
              <a:gd name="connsiteY46" fmla="*/ 279564 h 351838"/>
              <a:gd name="connsiteX47" fmla="*/ 164873 w 351846"/>
              <a:gd name="connsiteY47" fmla="*/ 306114 h 351838"/>
              <a:gd name="connsiteX48" fmla="*/ 46539 w 351846"/>
              <a:gd name="connsiteY48" fmla="*/ 187662 h 351838"/>
              <a:gd name="connsiteX49" fmla="*/ 74282 w 351846"/>
              <a:gd name="connsiteY49" fmla="*/ 187662 h 351838"/>
              <a:gd name="connsiteX50" fmla="*/ 85606 w 351846"/>
              <a:gd name="connsiteY50" fmla="*/ 176316 h 351838"/>
              <a:gd name="connsiteX51" fmla="*/ 74282 w 351846"/>
              <a:gd name="connsiteY51" fmla="*/ 164970 h 351838"/>
              <a:gd name="connsiteX52" fmla="*/ 46539 w 351846"/>
              <a:gd name="connsiteY52" fmla="*/ 164970 h 351838"/>
              <a:gd name="connsiteX53" fmla="*/ 164760 w 351846"/>
              <a:gd name="connsiteY53" fmla="*/ 46519 h 351838"/>
              <a:gd name="connsiteX54" fmla="*/ 164760 w 351846"/>
              <a:gd name="connsiteY54" fmla="*/ 72161 h 351838"/>
              <a:gd name="connsiteX55" fmla="*/ 176083 w 351846"/>
              <a:gd name="connsiteY55" fmla="*/ 83507 h 351838"/>
              <a:gd name="connsiteX56" fmla="*/ 187407 w 351846"/>
              <a:gd name="connsiteY56" fmla="*/ 72161 h 351838"/>
              <a:gd name="connsiteX57" fmla="*/ 187407 w 351846"/>
              <a:gd name="connsiteY57" fmla="*/ 46405 h 351838"/>
              <a:gd name="connsiteX58" fmla="*/ 305742 w 351846"/>
              <a:gd name="connsiteY58" fmla="*/ 164857 h 351838"/>
              <a:gd name="connsiteX59" fmla="*/ 277885 w 351846"/>
              <a:gd name="connsiteY59" fmla="*/ 164857 h 351838"/>
              <a:gd name="connsiteX60" fmla="*/ 266561 w 351846"/>
              <a:gd name="connsiteY60" fmla="*/ 176203 h 351838"/>
              <a:gd name="connsiteX61" fmla="*/ 277885 w 351846"/>
              <a:gd name="connsiteY61" fmla="*/ 187549 h 351838"/>
              <a:gd name="connsiteX62" fmla="*/ 305742 w 351846"/>
              <a:gd name="connsiteY62" fmla="*/ 187549 h 351838"/>
              <a:gd name="connsiteX63" fmla="*/ 187521 w 351846"/>
              <a:gd name="connsiteY63" fmla="*/ 306114 h 351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51846" h="351838">
                <a:moveTo>
                  <a:pt x="176197" y="126167"/>
                </a:moveTo>
                <a:cubicBezTo>
                  <a:pt x="148567" y="126167"/>
                  <a:pt x="126146" y="148632"/>
                  <a:pt x="126146" y="176316"/>
                </a:cubicBezTo>
                <a:cubicBezTo>
                  <a:pt x="126146" y="204000"/>
                  <a:pt x="148567" y="226465"/>
                  <a:pt x="176197" y="226465"/>
                </a:cubicBezTo>
                <a:cubicBezTo>
                  <a:pt x="203827" y="226465"/>
                  <a:pt x="226248" y="204000"/>
                  <a:pt x="226248" y="176316"/>
                </a:cubicBezTo>
                <a:cubicBezTo>
                  <a:pt x="226135" y="148632"/>
                  <a:pt x="203714" y="126167"/>
                  <a:pt x="176197" y="126167"/>
                </a:cubicBezTo>
                <a:close/>
                <a:moveTo>
                  <a:pt x="176197" y="203660"/>
                </a:moveTo>
                <a:cubicBezTo>
                  <a:pt x="161137" y="203660"/>
                  <a:pt x="148907" y="191406"/>
                  <a:pt x="148907" y="176316"/>
                </a:cubicBezTo>
                <a:cubicBezTo>
                  <a:pt x="148907" y="161226"/>
                  <a:pt x="161136" y="148972"/>
                  <a:pt x="176197" y="148972"/>
                </a:cubicBezTo>
                <a:cubicBezTo>
                  <a:pt x="191258" y="148972"/>
                  <a:pt x="203488" y="161226"/>
                  <a:pt x="203488" y="176316"/>
                </a:cubicBezTo>
                <a:cubicBezTo>
                  <a:pt x="203488" y="191407"/>
                  <a:pt x="191258" y="203660"/>
                  <a:pt x="176197" y="203660"/>
                </a:cubicBezTo>
                <a:close/>
                <a:moveTo>
                  <a:pt x="340733" y="164857"/>
                </a:moveTo>
                <a:lnTo>
                  <a:pt x="328617" y="164857"/>
                </a:lnTo>
                <a:cubicBezTo>
                  <a:pt x="327372" y="148178"/>
                  <a:pt x="323521" y="132067"/>
                  <a:pt x="317067" y="116637"/>
                </a:cubicBezTo>
                <a:cubicBezTo>
                  <a:pt x="309367" y="98370"/>
                  <a:pt x="298382" y="82031"/>
                  <a:pt x="284341" y="67962"/>
                </a:cubicBezTo>
                <a:cubicBezTo>
                  <a:pt x="270299" y="53894"/>
                  <a:pt x="253993" y="42888"/>
                  <a:pt x="235761" y="35173"/>
                </a:cubicBezTo>
                <a:cubicBezTo>
                  <a:pt x="220361" y="28706"/>
                  <a:pt x="204168" y="24734"/>
                  <a:pt x="187522" y="23600"/>
                </a:cubicBezTo>
                <a:lnTo>
                  <a:pt x="187522" y="11346"/>
                </a:lnTo>
                <a:cubicBezTo>
                  <a:pt x="187522" y="5105"/>
                  <a:pt x="182426" y="0"/>
                  <a:pt x="176198" y="0"/>
                </a:cubicBezTo>
                <a:cubicBezTo>
                  <a:pt x="169971" y="0"/>
                  <a:pt x="164874" y="5106"/>
                  <a:pt x="164874" y="11346"/>
                </a:cubicBezTo>
                <a:lnTo>
                  <a:pt x="164874" y="23486"/>
                </a:lnTo>
                <a:cubicBezTo>
                  <a:pt x="148228" y="24734"/>
                  <a:pt x="132148" y="28592"/>
                  <a:pt x="116748" y="35059"/>
                </a:cubicBezTo>
                <a:cubicBezTo>
                  <a:pt x="98517" y="42888"/>
                  <a:pt x="82097" y="53893"/>
                  <a:pt x="68056" y="67962"/>
                </a:cubicBezTo>
                <a:cubicBezTo>
                  <a:pt x="54014" y="82031"/>
                  <a:pt x="43030" y="98483"/>
                  <a:pt x="35330" y="116637"/>
                </a:cubicBezTo>
                <a:cubicBezTo>
                  <a:pt x="28876" y="132067"/>
                  <a:pt x="24912" y="148179"/>
                  <a:pt x="23780" y="164857"/>
                </a:cubicBezTo>
                <a:lnTo>
                  <a:pt x="11324" y="164857"/>
                </a:lnTo>
                <a:cubicBezTo>
                  <a:pt x="5096" y="164857"/>
                  <a:pt x="0" y="169963"/>
                  <a:pt x="0" y="176203"/>
                </a:cubicBezTo>
                <a:cubicBezTo>
                  <a:pt x="0" y="182443"/>
                  <a:pt x="5096" y="187549"/>
                  <a:pt x="11324" y="187549"/>
                </a:cubicBezTo>
                <a:lnTo>
                  <a:pt x="23780" y="187549"/>
                </a:lnTo>
                <a:cubicBezTo>
                  <a:pt x="25025" y="204227"/>
                  <a:pt x="28876" y="220339"/>
                  <a:pt x="35330" y="235769"/>
                </a:cubicBezTo>
                <a:cubicBezTo>
                  <a:pt x="43030" y="254036"/>
                  <a:pt x="54015" y="270374"/>
                  <a:pt x="68056" y="284443"/>
                </a:cubicBezTo>
                <a:cubicBezTo>
                  <a:pt x="82098" y="298512"/>
                  <a:pt x="98404" y="309518"/>
                  <a:pt x="116635" y="317233"/>
                </a:cubicBezTo>
                <a:cubicBezTo>
                  <a:pt x="132036" y="323700"/>
                  <a:pt x="148116" y="327671"/>
                  <a:pt x="164762" y="328806"/>
                </a:cubicBezTo>
                <a:lnTo>
                  <a:pt x="164762" y="340492"/>
                </a:lnTo>
                <a:cubicBezTo>
                  <a:pt x="164762" y="346733"/>
                  <a:pt x="169857" y="351838"/>
                  <a:pt x="176085" y="351838"/>
                </a:cubicBezTo>
                <a:cubicBezTo>
                  <a:pt x="182313" y="351838"/>
                  <a:pt x="187409" y="346732"/>
                  <a:pt x="187409" y="340492"/>
                </a:cubicBezTo>
                <a:lnTo>
                  <a:pt x="187409" y="329033"/>
                </a:lnTo>
                <a:cubicBezTo>
                  <a:pt x="204055" y="327785"/>
                  <a:pt x="220135" y="323927"/>
                  <a:pt x="235535" y="317460"/>
                </a:cubicBezTo>
                <a:cubicBezTo>
                  <a:pt x="253767" y="309745"/>
                  <a:pt x="270073" y="298739"/>
                  <a:pt x="284115" y="284670"/>
                </a:cubicBezTo>
                <a:cubicBezTo>
                  <a:pt x="298156" y="270601"/>
                  <a:pt x="309141" y="254263"/>
                  <a:pt x="316841" y="235996"/>
                </a:cubicBezTo>
                <a:cubicBezTo>
                  <a:pt x="323295" y="220566"/>
                  <a:pt x="327259" y="204454"/>
                  <a:pt x="328391" y="187776"/>
                </a:cubicBezTo>
                <a:lnTo>
                  <a:pt x="340507" y="187776"/>
                </a:lnTo>
                <a:cubicBezTo>
                  <a:pt x="346735" y="187776"/>
                  <a:pt x="351831" y="182670"/>
                  <a:pt x="351831" y="176430"/>
                </a:cubicBezTo>
                <a:cubicBezTo>
                  <a:pt x="352170" y="169963"/>
                  <a:pt x="347075" y="164857"/>
                  <a:pt x="340733" y="164857"/>
                </a:cubicBezTo>
                <a:close/>
                <a:moveTo>
                  <a:pt x="187521" y="306114"/>
                </a:moveTo>
                <a:lnTo>
                  <a:pt x="187521" y="279564"/>
                </a:lnTo>
                <a:cubicBezTo>
                  <a:pt x="187521" y="273324"/>
                  <a:pt x="182425" y="268218"/>
                  <a:pt x="176197" y="268218"/>
                </a:cubicBezTo>
                <a:cubicBezTo>
                  <a:pt x="169969" y="268218"/>
                  <a:pt x="164873" y="273324"/>
                  <a:pt x="164873" y="279564"/>
                </a:cubicBezTo>
                <a:lnTo>
                  <a:pt x="164873" y="306114"/>
                </a:lnTo>
                <a:cubicBezTo>
                  <a:pt x="102139" y="300668"/>
                  <a:pt x="51974" y="250519"/>
                  <a:pt x="46539" y="187662"/>
                </a:cubicBezTo>
                <a:lnTo>
                  <a:pt x="74282" y="187662"/>
                </a:lnTo>
                <a:cubicBezTo>
                  <a:pt x="80511" y="187662"/>
                  <a:pt x="85606" y="182556"/>
                  <a:pt x="85606" y="176316"/>
                </a:cubicBezTo>
                <a:cubicBezTo>
                  <a:pt x="85606" y="170076"/>
                  <a:pt x="80510" y="164970"/>
                  <a:pt x="74282" y="164970"/>
                </a:cubicBezTo>
                <a:lnTo>
                  <a:pt x="46539" y="164970"/>
                </a:lnTo>
                <a:cubicBezTo>
                  <a:pt x="51974" y="102227"/>
                  <a:pt x="102026" y="51965"/>
                  <a:pt x="164760" y="46519"/>
                </a:cubicBezTo>
                <a:lnTo>
                  <a:pt x="164760" y="72161"/>
                </a:lnTo>
                <a:cubicBezTo>
                  <a:pt x="164760" y="78401"/>
                  <a:pt x="169855" y="83507"/>
                  <a:pt x="176083" y="83507"/>
                </a:cubicBezTo>
                <a:cubicBezTo>
                  <a:pt x="182311" y="83507"/>
                  <a:pt x="187407" y="78401"/>
                  <a:pt x="187407" y="72161"/>
                </a:cubicBezTo>
                <a:lnTo>
                  <a:pt x="187407" y="46405"/>
                </a:lnTo>
                <a:cubicBezTo>
                  <a:pt x="250255" y="51851"/>
                  <a:pt x="300306" y="102114"/>
                  <a:pt x="305742" y="164857"/>
                </a:cubicBezTo>
                <a:lnTo>
                  <a:pt x="277885" y="164857"/>
                </a:lnTo>
                <a:cubicBezTo>
                  <a:pt x="271657" y="164857"/>
                  <a:pt x="266561" y="169963"/>
                  <a:pt x="266561" y="176203"/>
                </a:cubicBezTo>
                <a:cubicBezTo>
                  <a:pt x="266561" y="182443"/>
                  <a:pt x="271657" y="187549"/>
                  <a:pt x="277885" y="187549"/>
                </a:cubicBezTo>
                <a:lnTo>
                  <a:pt x="305742" y="187549"/>
                </a:lnTo>
                <a:cubicBezTo>
                  <a:pt x="300306" y="250519"/>
                  <a:pt x="250255" y="300668"/>
                  <a:pt x="187521" y="306114"/>
                </a:cubicBezTo>
                <a:close/>
              </a:path>
            </a:pathLst>
          </a:custGeom>
          <a:solidFill>
            <a:schemeClr val="bg1"/>
          </a:solidFill>
          <a:ln w="3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B6C96FF-DBE6-40E6-8B1E-66FE595D1943}"/>
              </a:ext>
            </a:extLst>
          </p:cNvPr>
          <p:cNvSpPr txBox="1"/>
          <p:nvPr/>
        </p:nvSpPr>
        <p:spPr>
          <a:xfrm>
            <a:off x="1944516" y="4668428"/>
            <a:ext cx="3072272" cy="1030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sv-SE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Kiểm soát lỗi trung gian  qua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httpError.js, validate.js 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requireSession.js.</a:t>
            </a:r>
            <a:endParaRPr lang="en-US" altLang="zh-CN" sz="1400" b="1" dirty="0">
              <a:solidFill>
                <a:schemeClr val="tx1"/>
              </a:solidFill>
              <a:latin typeface="+mn-lt"/>
              <a:ea typeface="思源黑体" panose="020B0500000000000000" pitchFamily="34" charset="-122"/>
              <a:cs typeface="Times New Roman" panose="02020603050405020304" pitchFamily="18" charset="0"/>
              <a:sym typeface="思源黑体 CN Medium" panose="020B06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B0AE4B8-9179-459C-BA00-D03B765DA0F7}"/>
              </a:ext>
            </a:extLst>
          </p:cNvPr>
          <p:cNvSpPr txBox="1"/>
          <p:nvPr/>
        </p:nvSpPr>
        <p:spPr>
          <a:xfrm>
            <a:off x="2387037" y="4246880"/>
            <a:ext cx="1099833" cy="272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sym typeface="思源黑体 CN Medium" panose="020B0600000000000000" pitchFamily="34" charset="-122"/>
              </a:rPr>
              <a:t>2</a:t>
            </a:r>
          </a:p>
          <a:p>
            <a:endParaRPr lang="zh-CN" altLang="en-US" dirty="0">
              <a:solidFill>
                <a:schemeClr val="bg2">
                  <a:lumMod val="25000"/>
                </a:schemeClr>
              </a:solidFill>
              <a:effectLst/>
              <a:latin typeface="Segoe UI Black" panose="020B0A02040204020203" pitchFamily="34" charset="0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26005E8-70FA-4862-B548-FDA1F3448426}"/>
              </a:ext>
            </a:extLst>
          </p:cNvPr>
          <p:cNvSpPr>
            <a:spLocks/>
          </p:cNvSpPr>
          <p:nvPr/>
        </p:nvSpPr>
        <p:spPr>
          <a:xfrm>
            <a:off x="1936009" y="4210398"/>
            <a:ext cx="320227" cy="320227"/>
          </a:xfrm>
          <a:prstGeom prst="ellipse">
            <a:avLst/>
          </a:prstGeom>
          <a:solidFill>
            <a:srgbClr val="83C0C8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任意多边形: 形状 239">
            <a:extLst>
              <a:ext uri="{FF2B5EF4-FFF2-40B4-BE49-F238E27FC236}">
                <a16:creationId xmlns:a16="http://schemas.microsoft.com/office/drawing/2014/main" id="{FD676830-44E2-4A6C-929E-0FE41E8A6803}"/>
              </a:ext>
            </a:extLst>
          </p:cNvPr>
          <p:cNvSpPr>
            <a:spLocks/>
          </p:cNvSpPr>
          <p:nvPr/>
        </p:nvSpPr>
        <p:spPr>
          <a:xfrm>
            <a:off x="1988210" y="4295849"/>
            <a:ext cx="215828" cy="149325"/>
          </a:xfrm>
          <a:custGeom>
            <a:avLst/>
            <a:gdLst>
              <a:gd name="connsiteX0" fmla="*/ 92812 w 473956"/>
              <a:gd name="connsiteY0" fmla="*/ 33860 h 327918"/>
              <a:gd name="connsiteX1" fmla="*/ 16938 w 473956"/>
              <a:gd name="connsiteY1" fmla="*/ 33860 h 327918"/>
              <a:gd name="connsiteX2" fmla="*/ 0 w 473956"/>
              <a:gd name="connsiteY2" fmla="*/ 16930 h 327918"/>
              <a:gd name="connsiteX3" fmla="*/ 16938 w 473956"/>
              <a:gd name="connsiteY3" fmla="*/ 0 h 327918"/>
              <a:gd name="connsiteX4" fmla="*/ 92812 w 473956"/>
              <a:gd name="connsiteY4" fmla="*/ 0 h 327918"/>
              <a:gd name="connsiteX5" fmla="*/ 109750 w 473956"/>
              <a:gd name="connsiteY5" fmla="*/ 16930 h 327918"/>
              <a:gd name="connsiteX6" fmla="*/ 92812 w 473956"/>
              <a:gd name="connsiteY6" fmla="*/ 33860 h 327918"/>
              <a:gd name="connsiteX7" fmla="*/ 92812 w 473956"/>
              <a:gd name="connsiteY7" fmla="*/ 129636 h 327918"/>
              <a:gd name="connsiteX8" fmla="*/ 62483 w 473956"/>
              <a:gd name="connsiteY8" fmla="*/ 129636 h 327918"/>
              <a:gd name="connsiteX9" fmla="*/ 45545 w 473956"/>
              <a:gd name="connsiteY9" fmla="*/ 112706 h 327918"/>
              <a:gd name="connsiteX10" fmla="*/ 62483 w 473956"/>
              <a:gd name="connsiteY10" fmla="*/ 95775 h 327918"/>
              <a:gd name="connsiteX11" fmla="*/ 92812 w 473956"/>
              <a:gd name="connsiteY11" fmla="*/ 95775 h 327918"/>
              <a:gd name="connsiteX12" fmla="*/ 109750 w 473956"/>
              <a:gd name="connsiteY12" fmla="*/ 112706 h 327918"/>
              <a:gd name="connsiteX13" fmla="*/ 92812 w 473956"/>
              <a:gd name="connsiteY13" fmla="*/ 129636 h 327918"/>
              <a:gd name="connsiteX14" fmla="*/ 92812 w 473956"/>
              <a:gd name="connsiteY14" fmla="*/ 321238 h 327918"/>
              <a:gd name="connsiteX15" fmla="*/ 16938 w 473956"/>
              <a:gd name="connsiteY15" fmla="*/ 321238 h 327918"/>
              <a:gd name="connsiteX16" fmla="*/ 0 w 473956"/>
              <a:gd name="connsiteY16" fmla="*/ 304308 h 327918"/>
              <a:gd name="connsiteX17" fmla="*/ 16938 w 473956"/>
              <a:gd name="connsiteY17" fmla="*/ 287378 h 327918"/>
              <a:gd name="connsiteX18" fmla="*/ 92812 w 473956"/>
              <a:gd name="connsiteY18" fmla="*/ 287378 h 327918"/>
              <a:gd name="connsiteX19" fmla="*/ 109750 w 473956"/>
              <a:gd name="connsiteY19" fmla="*/ 304308 h 327918"/>
              <a:gd name="connsiteX20" fmla="*/ 92812 w 473956"/>
              <a:gd name="connsiteY20" fmla="*/ 321238 h 327918"/>
              <a:gd name="connsiteX21" fmla="*/ 92812 w 473956"/>
              <a:gd name="connsiteY21" fmla="*/ 225463 h 327918"/>
              <a:gd name="connsiteX22" fmla="*/ 62483 w 473956"/>
              <a:gd name="connsiteY22" fmla="*/ 225463 h 327918"/>
              <a:gd name="connsiteX23" fmla="*/ 45545 w 473956"/>
              <a:gd name="connsiteY23" fmla="*/ 208532 h 327918"/>
              <a:gd name="connsiteX24" fmla="*/ 62483 w 473956"/>
              <a:gd name="connsiteY24" fmla="*/ 191602 h 327918"/>
              <a:gd name="connsiteX25" fmla="*/ 92812 w 473956"/>
              <a:gd name="connsiteY25" fmla="*/ 191602 h 327918"/>
              <a:gd name="connsiteX26" fmla="*/ 109750 w 473956"/>
              <a:gd name="connsiteY26" fmla="*/ 208532 h 327918"/>
              <a:gd name="connsiteX27" fmla="*/ 92812 w 473956"/>
              <a:gd name="connsiteY27" fmla="*/ 225463 h 327918"/>
              <a:gd name="connsiteX28" fmla="*/ 457018 w 473956"/>
              <a:gd name="connsiteY28" fmla="*/ 33860 h 327918"/>
              <a:gd name="connsiteX29" fmla="*/ 381146 w 473956"/>
              <a:gd name="connsiteY29" fmla="*/ 33860 h 327918"/>
              <a:gd name="connsiteX30" fmla="*/ 364207 w 473956"/>
              <a:gd name="connsiteY30" fmla="*/ 16930 h 327918"/>
              <a:gd name="connsiteX31" fmla="*/ 381146 w 473956"/>
              <a:gd name="connsiteY31" fmla="*/ 0 h 327918"/>
              <a:gd name="connsiteX32" fmla="*/ 457018 w 473956"/>
              <a:gd name="connsiteY32" fmla="*/ 0 h 327918"/>
              <a:gd name="connsiteX33" fmla="*/ 473956 w 473956"/>
              <a:gd name="connsiteY33" fmla="*/ 16930 h 327918"/>
              <a:gd name="connsiteX34" fmla="*/ 457018 w 473956"/>
              <a:gd name="connsiteY34" fmla="*/ 33860 h 327918"/>
              <a:gd name="connsiteX35" fmla="*/ 411268 w 473956"/>
              <a:gd name="connsiteY35" fmla="*/ 129636 h 327918"/>
              <a:gd name="connsiteX36" fmla="*/ 380937 w 473956"/>
              <a:gd name="connsiteY36" fmla="*/ 129636 h 327918"/>
              <a:gd name="connsiteX37" fmla="*/ 364002 w 473956"/>
              <a:gd name="connsiteY37" fmla="*/ 112706 h 327918"/>
              <a:gd name="connsiteX38" fmla="*/ 380937 w 473956"/>
              <a:gd name="connsiteY38" fmla="*/ 95775 h 327918"/>
              <a:gd name="connsiteX39" fmla="*/ 411268 w 473956"/>
              <a:gd name="connsiteY39" fmla="*/ 95775 h 327918"/>
              <a:gd name="connsiteX40" fmla="*/ 428206 w 473956"/>
              <a:gd name="connsiteY40" fmla="*/ 112706 h 327918"/>
              <a:gd name="connsiteX41" fmla="*/ 411268 w 473956"/>
              <a:gd name="connsiteY41" fmla="*/ 129636 h 327918"/>
              <a:gd name="connsiteX42" fmla="*/ 457018 w 473956"/>
              <a:gd name="connsiteY42" fmla="*/ 321238 h 327918"/>
              <a:gd name="connsiteX43" fmla="*/ 381146 w 473956"/>
              <a:gd name="connsiteY43" fmla="*/ 321238 h 327918"/>
              <a:gd name="connsiteX44" fmla="*/ 364207 w 473956"/>
              <a:gd name="connsiteY44" fmla="*/ 304308 h 327918"/>
              <a:gd name="connsiteX45" fmla="*/ 381146 w 473956"/>
              <a:gd name="connsiteY45" fmla="*/ 287378 h 327918"/>
              <a:gd name="connsiteX46" fmla="*/ 457018 w 473956"/>
              <a:gd name="connsiteY46" fmla="*/ 287378 h 327918"/>
              <a:gd name="connsiteX47" fmla="*/ 473956 w 473956"/>
              <a:gd name="connsiteY47" fmla="*/ 304308 h 327918"/>
              <a:gd name="connsiteX48" fmla="*/ 457018 w 473956"/>
              <a:gd name="connsiteY48" fmla="*/ 321238 h 327918"/>
              <a:gd name="connsiteX49" fmla="*/ 411268 w 473956"/>
              <a:gd name="connsiteY49" fmla="*/ 225463 h 327918"/>
              <a:gd name="connsiteX50" fmla="*/ 380937 w 473956"/>
              <a:gd name="connsiteY50" fmla="*/ 225463 h 327918"/>
              <a:gd name="connsiteX51" fmla="*/ 364002 w 473956"/>
              <a:gd name="connsiteY51" fmla="*/ 208532 h 327918"/>
              <a:gd name="connsiteX52" fmla="*/ 380937 w 473956"/>
              <a:gd name="connsiteY52" fmla="*/ 191602 h 327918"/>
              <a:gd name="connsiteX53" fmla="*/ 411268 w 473956"/>
              <a:gd name="connsiteY53" fmla="*/ 191602 h 327918"/>
              <a:gd name="connsiteX54" fmla="*/ 428206 w 473956"/>
              <a:gd name="connsiteY54" fmla="*/ 208532 h 327918"/>
              <a:gd name="connsiteX55" fmla="*/ 411268 w 473956"/>
              <a:gd name="connsiteY55" fmla="*/ 225463 h 327918"/>
              <a:gd name="connsiteX56" fmla="*/ 352565 w 473956"/>
              <a:gd name="connsiteY56" fmla="*/ 327918 h 327918"/>
              <a:gd name="connsiteX57" fmla="*/ 121239 w 473956"/>
              <a:gd name="connsiteY57" fmla="*/ 327918 h 327918"/>
              <a:gd name="connsiteX58" fmla="*/ 121239 w 473956"/>
              <a:gd name="connsiteY58" fmla="*/ 0 h 327918"/>
              <a:gd name="connsiteX59" fmla="*/ 352565 w 473956"/>
              <a:gd name="connsiteY59" fmla="*/ 0 h 327918"/>
              <a:gd name="connsiteX60" fmla="*/ 155270 w 473956"/>
              <a:gd name="connsiteY60" fmla="*/ 294058 h 327918"/>
              <a:gd name="connsiteX61" fmla="*/ 318738 w 473956"/>
              <a:gd name="connsiteY61" fmla="*/ 294058 h 327918"/>
              <a:gd name="connsiteX62" fmla="*/ 318738 w 473956"/>
              <a:gd name="connsiteY62" fmla="*/ 33860 h 327918"/>
              <a:gd name="connsiteX63" fmla="*/ 155270 w 473956"/>
              <a:gd name="connsiteY63" fmla="*/ 33860 h 32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73956" h="327918">
                <a:moveTo>
                  <a:pt x="92812" y="33860"/>
                </a:moveTo>
                <a:lnTo>
                  <a:pt x="16938" y="33860"/>
                </a:lnTo>
                <a:cubicBezTo>
                  <a:pt x="7583" y="33860"/>
                  <a:pt x="0" y="26281"/>
                  <a:pt x="0" y="16930"/>
                </a:cubicBezTo>
                <a:cubicBezTo>
                  <a:pt x="0" y="7580"/>
                  <a:pt x="7583" y="0"/>
                  <a:pt x="16938" y="0"/>
                </a:cubicBezTo>
                <a:lnTo>
                  <a:pt x="92812" y="0"/>
                </a:lnTo>
                <a:cubicBezTo>
                  <a:pt x="102167" y="0"/>
                  <a:pt x="109750" y="7580"/>
                  <a:pt x="109750" y="16930"/>
                </a:cubicBezTo>
                <a:cubicBezTo>
                  <a:pt x="109750" y="26281"/>
                  <a:pt x="102167" y="33860"/>
                  <a:pt x="92812" y="33860"/>
                </a:cubicBezTo>
                <a:close/>
                <a:moveTo>
                  <a:pt x="92812" y="129636"/>
                </a:moveTo>
                <a:lnTo>
                  <a:pt x="62483" y="129636"/>
                </a:lnTo>
                <a:cubicBezTo>
                  <a:pt x="53129" y="129636"/>
                  <a:pt x="45545" y="122056"/>
                  <a:pt x="45545" y="112706"/>
                </a:cubicBezTo>
                <a:cubicBezTo>
                  <a:pt x="45545" y="103355"/>
                  <a:pt x="53129" y="95775"/>
                  <a:pt x="62483" y="95775"/>
                </a:cubicBezTo>
                <a:lnTo>
                  <a:pt x="92812" y="95775"/>
                </a:lnTo>
                <a:cubicBezTo>
                  <a:pt x="102167" y="95775"/>
                  <a:pt x="109750" y="103355"/>
                  <a:pt x="109750" y="112706"/>
                </a:cubicBezTo>
                <a:cubicBezTo>
                  <a:pt x="109750" y="122056"/>
                  <a:pt x="102167" y="129636"/>
                  <a:pt x="92812" y="129636"/>
                </a:cubicBezTo>
                <a:close/>
                <a:moveTo>
                  <a:pt x="92812" y="321238"/>
                </a:moveTo>
                <a:lnTo>
                  <a:pt x="16938" y="321238"/>
                </a:lnTo>
                <a:cubicBezTo>
                  <a:pt x="7583" y="321238"/>
                  <a:pt x="0" y="313658"/>
                  <a:pt x="0" y="304308"/>
                </a:cubicBezTo>
                <a:cubicBezTo>
                  <a:pt x="0" y="294958"/>
                  <a:pt x="7583" y="287378"/>
                  <a:pt x="16938" y="287378"/>
                </a:cubicBezTo>
                <a:lnTo>
                  <a:pt x="92812" y="287378"/>
                </a:lnTo>
                <a:cubicBezTo>
                  <a:pt x="102167" y="287378"/>
                  <a:pt x="109750" y="294958"/>
                  <a:pt x="109750" y="304308"/>
                </a:cubicBezTo>
                <a:cubicBezTo>
                  <a:pt x="109750" y="313658"/>
                  <a:pt x="102167" y="321238"/>
                  <a:pt x="92812" y="321238"/>
                </a:cubicBezTo>
                <a:close/>
                <a:moveTo>
                  <a:pt x="92812" y="225463"/>
                </a:moveTo>
                <a:lnTo>
                  <a:pt x="62483" y="225463"/>
                </a:lnTo>
                <a:cubicBezTo>
                  <a:pt x="53129" y="225463"/>
                  <a:pt x="45545" y="217883"/>
                  <a:pt x="45545" y="208532"/>
                </a:cubicBezTo>
                <a:cubicBezTo>
                  <a:pt x="45545" y="199182"/>
                  <a:pt x="53129" y="191602"/>
                  <a:pt x="62483" y="191602"/>
                </a:cubicBezTo>
                <a:lnTo>
                  <a:pt x="92812" y="191602"/>
                </a:lnTo>
                <a:cubicBezTo>
                  <a:pt x="102167" y="191602"/>
                  <a:pt x="109750" y="199182"/>
                  <a:pt x="109750" y="208532"/>
                </a:cubicBezTo>
                <a:cubicBezTo>
                  <a:pt x="109750" y="217883"/>
                  <a:pt x="102167" y="225463"/>
                  <a:pt x="92812" y="225463"/>
                </a:cubicBezTo>
                <a:close/>
                <a:moveTo>
                  <a:pt x="457018" y="33860"/>
                </a:moveTo>
                <a:lnTo>
                  <a:pt x="381146" y="33860"/>
                </a:lnTo>
                <a:cubicBezTo>
                  <a:pt x="371791" y="33860"/>
                  <a:pt x="364207" y="26281"/>
                  <a:pt x="364207" y="16930"/>
                </a:cubicBezTo>
                <a:cubicBezTo>
                  <a:pt x="364207" y="7580"/>
                  <a:pt x="371791" y="0"/>
                  <a:pt x="381146" y="0"/>
                </a:cubicBezTo>
                <a:lnTo>
                  <a:pt x="457018" y="0"/>
                </a:lnTo>
                <a:cubicBezTo>
                  <a:pt x="466373" y="0"/>
                  <a:pt x="473956" y="7580"/>
                  <a:pt x="473956" y="16930"/>
                </a:cubicBezTo>
                <a:cubicBezTo>
                  <a:pt x="473956" y="26281"/>
                  <a:pt x="466373" y="33860"/>
                  <a:pt x="457018" y="33860"/>
                </a:cubicBezTo>
                <a:close/>
                <a:moveTo>
                  <a:pt x="411268" y="129636"/>
                </a:moveTo>
                <a:lnTo>
                  <a:pt x="380937" y="129636"/>
                </a:lnTo>
                <a:cubicBezTo>
                  <a:pt x="371586" y="129636"/>
                  <a:pt x="364002" y="122056"/>
                  <a:pt x="364002" y="112706"/>
                </a:cubicBezTo>
                <a:cubicBezTo>
                  <a:pt x="364002" y="103355"/>
                  <a:pt x="371586" y="95775"/>
                  <a:pt x="380937" y="95775"/>
                </a:cubicBezTo>
                <a:lnTo>
                  <a:pt x="411268" y="95775"/>
                </a:lnTo>
                <a:cubicBezTo>
                  <a:pt x="420623" y="95775"/>
                  <a:pt x="428206" y="103355"/>
                  <a:pt x="428206" y="112706"/>
                </a:cubicBezTo>
                <a:cubicBezTo>
                  <a:pt x="428206" y="122056"/>
                  <a:pt x="420623" y="129636"/>
                  <a:pt x="411268" y="129636"/>
                </a:cubicBezTo>
                <a:close/>
                <a:moveTo>
                  <a:pt x="457018" y="321238"/>
                </a:moveTo>
                <a:lnTo>
                  <a:pt x="381146" y="321238"/>
                </a:lnTo>
                <a:cubicBezTo>
                  <a:pt x="371791" y="321238"/>
                  <a:pt x="364207" y="313658"/>
                  <a:pt x="364207" y="304308"/>
                </a:cubicBezTo>
                <a:cubicBezTo>
                  <a:pt x="364207" y="294958"/>
                  <a:pt x="371791" y="287378"/>
                  <a:pt x="381146" y="287378"/>
                </a:cubicBezTo>
                <a:lnTo>
                  <a:pt x="457018" y="287378"/>
                </a:lnTo>
                <a:cubicBezTo>
                  <a:pt x="466373" y="287378"/>
                  <a:pt x="473956" y="294958"/>
                  <a:pt x="473956" y="304308"/>
                </a:cubicBezTo>
                <a:cubicBezTo>
                  <a:pt x="473956" y="313658"/>
                  <a:pt x="466373" y="321238"/>
                  <a:pt x="457018" y="321238"/>
                </a:cubicBezTo>
                <a:close/>
                <a:moveTo>
                  <a:pt x="411268" y="225463"/>
                </a:moveTo>
                <a:lnTo>
                  <a:pt x="380937" y="225463"/>
                </a:lnTo>
                <a:cubicBezTo>
                  <a:pt x="371586" y="225463"/>
                  <a:pt x="364002" y="217883"/>
                  <a:pt x="364002" y="208532"/>
                </a:cubicBezTo>
                <a:cubicBezTo>
                  <a:pt x="364002" y="199182"/>
                  <a:pt x="371586" y="191602"/>
                  <a:pt x="380937" y="191602"/>
                </a:cubicBezTo>
                <a:lnTo>
                  <a:pt x="411268" y="191602"/>
                </a:lnTo>
                <a:cubicBezTo>
                  <a:pt x="420623" y="191602"/>
                  <a:pt x="428206" y="199182"/>
                  <a:pt x="428206" y="208532"/>
                </a:cubicBezTo>
                <a:cubicBezTo>
                  <a:pt x="428206" y="217883"/>
                  <a:pt x="420623" y="225463"/>
                  <a:pt x="411268" y="225463"/>
                </a:cubicBezTo>
                <a:close/>
                <a:moveTo>
                  <a:pt x="352565" y="327918"/>
                </a:moveTo>
                <a:lnTo>
                  <a:pt x="121239" y="327918"/>
                </a:lnTo>
                <a:lnTo>
                  <a:pt x="121239" y="0"/>
                </a:lnTo>
                <a:lnTo>
                  <a:pt x="352565" y="0"/>
                </a:lnTo>
                <a:close/>
                <a:moveTo>
                  <a:pt x="155270" y="294058"/>
                </a:moveTo>
                <a:lnTo>
                  <a:pt x="318738" y="294058"/>
                </a:lnTo>
                <a:lnTo>
                  <a:pt x="318738" y="33860"/>
                </a:lnTo>
                <a:lnTo>
                  <a:pt x="155270" y="33860"/>
                </a:lnTo>
                <a:close/>
              </a:path>
            </a:pathLst>
          </a:custGeom>
          <a:solidFill>
            <a:schemeClr val="bg1"/>
          </a:solidFill>
          <a:ln w="31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0842CF1-82F1-42E9-881A-060739F1CC51}"/>
              </a:ext>
            </a:extLst>
          </p:cNvPr>
          <p:cNvSpPr txBox="1"/>
          <p:nvPr/>
        </p:nvSpPr>
        <p:spPr>
          <a:xfrm flipH="1">
            <a:off x="6786880" y="2710760"/>
            <a:ext cx="3612412" cy="1030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r"/>
            <a:r>
              <a:rPr lang="vi-VN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Thư viện mã hóa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crypto 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14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Node.js.</a:t>
            </a:r>
            <a:endParaRPr lang="en-US" altLang="zh-CN" sz="1400" b="1" dirty="0">
              <a:solidFill>
                <a:schemeClr val="tx1"/>
              </a:solidFill>
              <a:latin typeface="+mn-lt"/>
              <a:ea typeface="思源黑体" panose="020B0500000000000000" pitchFamily="34" charset="-122"/>
              <a:cs typeface="Times New Roman" panose="02020603050405020304" pitchFamily="18" charset="0"/>
              <a:sym typeface="思源黑体 CN Medium" panose="020B0600000000000000" pitchFamily="34" charset="-122"/>
            </a:endParaRPr>
          </a:p>
          <a:p>
            <a:pPr algn="r"/>
            <a:endParaRPr lang="en-US" altLang="zh-CN" sz="1400" b="1" dirty="0">
              <a:solidFill>
                <a:schemeClr val="tx1"/>
              </a:solidFill>
              <a:latin typeface="+mn-lt"/>
              <a:ea typeface="思源黑体" panose="020B0500000000000000" pitchFamily="34" charset="-122"/>
              <a:cs typeface="Times New Roman" panose="02020603050405020304" pitchFamily="18" charset="0"/>
              <a:sym typeface="思源黑体 CN Medium" panose="020B0600000000000000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36F05B-6B3E-4C8B-AC9C-62B7AFF57E40}"/>
              </a:ext>
            </a:extLst>
          </p:cNvPr>
          <p:cNvSpPr txBox="1"/>
          <p:nvPr/>
        </p:nvSpPr>
        <p:spPr>
          <a:xfrm flipH="1">
            <a:off x="8730545" y="2289213"/>
            <a:ext cx="1180352" cy="2175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r"/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sym typeface="思源黑体 CN Medium" panose="020B0600000000000000" pitchFamily="34" charset="-122"/>
              </a:rPr>
              <a:t>3</a:t>
            </a:r>
          </a:p>
          <a:p>
            <a:endParaRPr lang="zh-CN" altLang="en-US" dirty="0">
              <a:solidFill>
                <a:schemeClr val="bg2">
                  <a:lumMod val="25000"/>
                </a:schemeClr>
              </a:solidFill>
              <a:effectLst/>
              <a:latin typeface="Segoe UI Black" panose="020B0A02040204020203" pitchFamily="34" charset="0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FA27D47-5C9B-4EDC-9A20-D4627F6AFA0B}"/>
              </a:ext>
            </a:extLst>
          </p:cNvPr>
          <p:cNvSpPr>
            <a:spLocks/>
          </p:cNvSpPr>
          <p:nvPr/>
        </p:nvSpPr>
        <p:spPr>
          <a:xfrm flipH="1">
            <a:off x="10048383" y="2252730"/>
            <a:ext cx="320227" cy="320227"/>
          </a:xfrm>
          <a:prstGeom prst="ellipse">
            <a:avLst/>
          </a:prstGeom>
          <a:solidFill>
            <a:srgbClr val="83C0C8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26" name="图形 88">
            <a:extLst>
              <a:ext uri="{FF2B5EF4-FFF2-40B4-BE49-F238E27FC236}">
                <a16:creationId xmlns:a16="http://schemas.microsoft.com/office/drawing/2014/main" id="{E41E51AB-B9C2-4CC9-B62A-E72E03DE70F5}"/>
              </a:ext>
            </a:extLst>
          </p:cNvPr>
          <p:cNvGrpSpPr>
            <a:grpSpLocks/>
          </p:cNvGrpSpPr>
          <p:nvPr/>
        </p:nvGrpSpPr>
        <p:grpSpPr>
          <a:xfrm>
            <a:off x="10089826" y="2285653"/>
            <a:ext cx="254367" cy="254368"/>
            <a:chOff x="10937000" y="7217013"/>
            <a:chExt cx="495548" cy="495546"/>
          </a:xfrm>
          <a:solidFill>
            <a:schemeClr val="bg1"/>
          </a:solidFill>
        </p:grpSpPr>
        <p:sp>
          <p:nvSpPr>
            <p:cNvPr id="27" name="任意多边形: 形状 153">
              <a:extLst>
                <a:ext uri="{FF2B5EF4-FFF2-40B4-BE49-F238E27FC236}">
                  <a16:creationId xmlns:a16="http://schemas.microsoft.com/office/drawing/2014/main" id="{6E53CA1C-A599-4BDB-AEFC-8F8014439670}"/>
                </a:ext>
              </a:extLst>
            </p:cNvPr>
            <p:cNvSpPr/>
            <p:nvPr/>
          </p:nvSpPr>
          <p:spPr>
            <a:xfrm>
              <a:off x="11034956" y="7281724"/>
              <a:ext cx="293378" cy="348887"/>
            </a:xfrm>
            <a:custGeom>
              <a:avLst/>
              <a:gdLst>
                <a:gd name="connsiteX0" fmla="*/ 172728 w 293378"/>
                <a:gd name="connsiteY0" fmla="*/ 120467 h 348887"/>
                <a:gd name="connsiteX1" fmla="*/ 224129 w 293378"/>
                <a:gd name="connsiteY1" fmla="*/ 120467 h 348887"/>
                <a:gd name="connsiteX2" fmla="*/ 224129 w 293378"/>
                <a:gd name="connsiteY2" fmla="*/ 157637 h 348887"/>
                <a:gd name="connsiteX3" fmla="*/ 232348 w 293378"/>
                <a:gd name="connsiteY3" fmla="*/ 167206 h 348887"/>
                <a:gd name="connsiteX4" fmla="*/ 235783 w 293378"/>
                <a:gd name="connsiteY4" fmla="*/ 167819 h 348887"/>
                <a:gd name="connsiteX5" fmla="*/ 283013 w 293378"/>
                <a:gd name="connsiteY5" fmla="*/ 167819 h 348887"/>
                <a:gd name="connsiteX6" fmla="*/ 293072 w 293378"/>
                <a:gd name="connsiteY6" fmla="*/ 157821 h 348887"/>
                <a:gd name="connsiteX7" fmla="*/ 293379 w 293378"/>
                <a:gd name="connsiteY7" fmla="*/ 155184 h 348887"/>
                <a:gd name="connsiteX8" fmla="*/ 293379 w 293378"/>
                <a:gd name="connsiteY8" fmla="*/ 61521 h 348887"/>
                <a:gd name="connsiteX9" fmla="*/ 284914 w 293378"/>
                <a:gd name="connsiteY9" fmla="*/ 51585 h 348887"/>
                <a:gd name="connsiteX10" fmla="*/ 284792 w 293378"/>
                <a:gd name="connsiteY10" fmla="*/ 51585 h 348887"/>
                <a:gd name="connsiteX11" fmla="*/ 284239 w 293378"/>
                <a:gd name="connsiteY11" fmla="*/ 51523 h 348887"/>
                <a:gd name="connsiteX12" fmla="*/ 283381 w 293378"/>
                <a:gd name="connsiteY12" fmla="*/ 51462 h 348887"/>
                <a:gd name="connsiteX13" fmla="*/ 172728 w 293378"/>
                <a:gd name="connsiteY13" fmla="*/ 51462 h 348887"/>
                <a:gd name="connsiteX14" fmla="*/ 172728 w 293378"/>
                <a:gd name="connsiteY14" fmla="*/ 12758 h 348887"/>
                <a:gd name="connsiteX15" fmla="*/ 165980 w 293378"/>
                <a:gd name="connsiteY15" fmla="*/ 1656 h 348887"/>
                <a:gd name="connsiteX16" fmla="*/ 159724 w 293378"/>
                <a:gd name="connsiteY16" fmla="*/ 0 h 348887"/>
                <a:gd name="connsiteX17" fmla="*/ 38582 w 293378"/>
                <a:gd name="connsiteY17" fmla="*/ 0 h 348887"/>
                <a:gd name="connsiteX18" fmla="*/ 26130 w 293378"/>
                <a:gd name="connsiteY18" fmla="*/ 12451 h 348887"/>
                <a:gd name="connsiteX19" fmla="*/ 26130 w 293378"/>
                <a:gd name="connsiteY19" fmla="*/ 276325 h 348887"/>
                <a:gd name="connsiteX20" fmla="*/ 11777 w 293378"/>
                <a:gd name="connsiteY20" fmla="*/ 276325 h 348887"/>
                <a:gd name="connsiteX21" fmla="*/ 8219 w 293378"/>
                <a:gd name="connsiteY21" fmla="*/ 277062 h 348887"/>
                <a:gd name="connsiteX22" fmla="*/ 0 w 293378"/>
                <a:gd name="connsiteY22" fmla="*/ 288777 h 348887"/>
                <a:gd name="connsiteX23" fmla="*/ 0 w 293378"/>
                <a:gd name="connsiteY23" fmla="*/ 336436 h 348887"/>
                <a:gd name="connsiteX24" fmla="*/ 12452 w 293378"/>
                <a:gd name="connsiteY24" fmla="*/ 348888 h 348887"/>
                <a:gd name="connsiteX25" fmla="*/ 185118 w 293378"/>
                <a:gd name="connsiteY25" fmla="*/ 348888 h 348887"/>
                <a:gd name="connsiteX26" fmla="*/ 197569 w 293378"/>
                <a:gd name="connsiteY26" fmla="*/ 336436 h 348887"/>
                <a:gd name="connsiteX27" fmla="*/ 197569 w 293378"/>
                <a:gd name="connsiteY27" fmla="*/ 288838 h 348887"/>
                <a:gd name="connsiteX28" fmla="*/ 186651 w 293378"/>
                <a:gd name="connsiteY28" fmla="*/ 276448 h 348887"/>
                <a:gd name="connsiteX29" fmla="*/ 185792 w 293378"/>
                <a:gd name="connsiteY29" fmla="*/ 276325 h 348887"/>
                <a:gd name="connsiteX30" fmla="*/ 172728 w 293378"/>
                <a:gd name="connsiteY30" fmla="*/ 276325 h 348887"/>
                <a:gd name="connsiteX31" fmla="*/ 172728 w 293378"/>
                <a:gd name="connsiteY31" fmla="*/ 120467 h 348887"/>
                <a:gd name="connsiteX32" fmla="*/ 188246 w 293378"/>
                <a:gd name="connsiteY32" fmla="*/ 69618 h 348887"/>
                <a:gd name="connsiteX33" fmla="*/ 275161 w 293378"/>
                <a:gd name="connsiteY33" fmla="*/ 69618 h 348887"/>
                <a:gd name="connsiteX34" fmla="*/ 275161 w 293378"/>
                <a:gd name="connsiteY34" fmla="*/ 149664 h 348887"/>
                <a:gd name="connsiteX35" fmla="*/ 244186 w 293378"/>
                <a:gd name="connsiteY35" fmla="*/ 149664 h 348887"/>
                <a:gd name="connsiteX36" fmla="*/ 244186 w 293378"/>
                <a:gd name="connsiteY36" fmla="*/ 113413 h 348887"/>
                <a:gd name="connsiteX37" fmla="*/ 244247 w 293378"/>
                <a:gd name="connsiteY37" fmla="*/ 112431 h 348887"/>
                <a:gd name="connsiteX38" fmla="*/ 234188 w 293378"/>
                <a:gd name="connsiteY38" fmla="*/ 102372 h 348887"/>
                <a:gd name="connsiteX39" fmla="*/ 172728 w 293378"/>
                <a:gd name="connsiteY39" fmla="*/ 102372 h 348887"/>
                <a:gd name="connsiteX40" fmla="*/ 172728 w 293378"/>
                <a:gd name="connsiteY40" fmla="*/ 69618 h 348887"/>
                <a:gd name="connsiteX41" fmla="*/ 188246 w 293378"/>
                <a:gd name="connsiteY41" fmla="*/ 69618 h 348887"/>
                <a:gd name="connsiteX42" fmla="*/ 22940 w 293378"/>
                <a:gd name="connsiteY42" fmla="*/ 326377 h 348887"/>
                <a:gd name="connsiteX43" fmla="*/ 22940 w 293378"/>
                <a:gd name="connsiteY43" fmla="*/ 296444 h 348887"/>
                <a:gd name="connsiteX44" fmla="*/ 174629 w 293378"/>
                <a:gd name="connsiteY44" fmla="*/ 296444 h 348887"/>
                <a:gd name="connsiteX45" fmla="*/ 174629 w 293378"/>
                <a:gd name="connsiteY45" fmla="*/ 326377 h 348887"/>
                <a:gd name="connsiteX46" fmla="*/ 22940 w 293378"/>
                <a:gd name="connsiteY46" fmla="*/ 326377 h 348887"/>
                <a:gd name="connsiteX47" fmla="*/ 49070 w 293378"/>
                <a:gd name="connsiteY47" fmla="*/ 276325 h 348887"/>
                <a:gd name="connsiteX48" fmla="*/ 49070 w 293378"/>
                <a:gd name="connsiteY48" fmla="*/ 22940 h 348887"/>
                <a:gd name="connsiteX49" fmla="*/ 149726 w 293378"/>
                <a:gd name="connsiteY49" fmla="*/ 22940 h 348887"/>
                <a:gd name="connsiteX50" fmla="*/ 149726 w 293378"/>
                <a:gd name="connsiteY50" fmla="*/ 276325 h 348887"/>
                <a:gd name="connsiteX51" fmla="*/ 49070 w 293378"/>
                <a:gd name="connsiteY51" fmla="*/ 276325 h 34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93378" h="348887">
                  <a:moveTo>
                    <a:pt x="172728" y="120467"/>
                  </a:moveTo>
                  <a:lnTo>
                    <a:pt x="224129" y="120467"/>
                  </a:lnTo>
                  <a:lnTo>
                    <a:pt x="224129" y="157637"/>
                  </a:lnTo>
                  <a:cubicBezTo>
                    <a:pt x="224129" y="162421"/>
                    <a:pt x="227686" y="166347"/>
                    <a:pt x="232348" y="167206"/>
                  </a:cubicBezTo>
                  <a:cubicBezTo>
                    <a:pt x="233451" y="167574"/>
                    <a:pt x="234556" y="167819"/>
                    <a:pt x="235783" y="167819"/>
                  </a:cubicBezTo>
                  <a:lnTo>
                    <a:pt x="283013" y="167819"/>
                  </a:lnTo>
                  <a:cubicBezTo>
                    <a:pt x="288594" y="167819"/>
                    <a:pt x="293011" y="163341"/>
                    <a:pt x="293072" y="157821"/>
                  </a:cubicBezTo>
                  <a:cubicBezTo>
                    <a:pt x="293256" y="156963"/>
                    <a:pt x="293379" y="156104"/>
                    <a:pt x="293379" y="155184"/>
                  </a:cubicBezTo>
                  <a:lnTo>
                    <a:pt x="293379" y="61521"/>
                  </a:lnTo>
                  <a:cubicBezTo>
                    <a:pt x="293379" y="56492"/>
                    <a:pt x="289699" y="52321"/>
                    <a:pt x="284914" y="51585"/>
                  </a:cubicBezTo>
                  <a:lnTo>
                    <a:pt x="284792" y="51585"/>
                  </a:lnTo>
                  <a:cubicBezTo>
                    <a:pt x="284608" y="51523"/>
                    <a:pt x="284423" y="51523"/>
                    <a:pt x="284239" y="51523"/>
                  </a:cubicBezTo>
                  <a:cubicBezTo>
                    <a:pt x="283933" y="51462"/>
                    <a:pt x="283626" y="51462"/>
                    <a:pt x="283381" y="51462"/>
                  </a:cubicBezTo>
                  <a:lnTo>
                    <a:pt x="172728" y="51462"/>
                  </a:lnTo>
                  <a:lnTo>
                    <a:pt x="172728" y="12758"/>
                  </a:lnTo>
                  <a:cubicBezTo>
                    <a:pt x="172728" y="7912"/>
                    <a:pt x="169967" y="3741"/>
                    <a:pt x="165980" y="1656"/>
                  </a:cubicBezTo>
                  <a:cubicBezTo>
                    <a:pt x="164140" y="552"/>
                    <a:pt x="161993" y="0"/>
                    <a:pt x="159724" y="0"/>
                  </a:cubicBezTo>
                  <a:lnTo>
                    <a:pt x="38582" y="0"/>
                  </a:lnTo>
                  <a:cubicBezTo>
                    <a:pt x="31650" y="0"/>
                    <a:pt x="26130" y="5582"/>
                    <a:pt x="26130" y="12451"/>
                  </a:cubicBezTo>
                  <a:lnTo>
                    <a:pt x="26130" y="276325"/>
                  </a:lnTo>
                  <a:lnTo>
                    <a:pt x="11777" y="276325"/>
                  </a:lnTo>
                  <a:cubicBezTo>
                    <a:pt x="10489" y="276325"/>
                    <a:pt x="9323" y="276571"/>
                    <a:pt x="8219" y="277062"/>
                  </a:cubicBezTo>
                  <a:cubicBezTo>
                    <a:pt x="3435" y="278779"/>
                    <a:pt x="0" y="283379"/>
                    <a:pt x="0" y="288777"/>
                  </a:cubicBezTo>
                  <a:lnTo>
                    <a:pt x="0" y="336436"/>
                  </a:lnTo>
                  <a:cubicBezTo>
                    <a:pt x="0" y="343367"/>
                    <a:pt x="5582" y="348888"/>
                    <a:pt x="12452" y="348888"/>
                  </a:cubicBezTo>
                  <a:lnTo>
                    <a:pt x="185118" y="348888"/>
                  </a:lnTo>
                  <a:cubicBezTo>
                    <a:pt x="192049" y="348888"/>
                    <a:pt x="197569" y="343306"/>
                    <a:pt x="197569" y="336436"/>
                  </a:cubicBezTo>
                  <a:lnTo>
                    <a:pt x="197569" y="288838"/>
                  </a:lnTo>
                  <a:cubicBezTo>
                    <a:pt x="197569" y="282459"/>
                    <a:pt x="192785" y="277245"/>
                    <a:pt x="186651" y="276448"/>
                  </a:cubicBezTo>
                  <a:cubicBezTo>
                    <a:pt x="186405" y="276387"/>
                    <a:pt x="186099" y="276387"/>
                    <a:pt x="185792" y="276325"/>
                  </a:cubicBezTo>
                  <a:lnTo>
                    <a:pt x="172728" y="276325"/>
                  </a:lnTo>
                  <a:lnTo>
                    <a:pt x="172728" y="120467"/>
                  </a:lnTo>
                  <a:close/>
                  <a:moveTo>
                    <a:pt x="188246" y="69618"/>
                  </a:moveTo>
                  <a:lnTo>
                    <a:pt x="275161" y="69618"/>
                  </a:lnTo>
                  <a:lnTo>
                    <a:pt x="275161" y="149664"/>
                  </a:lnTo>
                  <a:lnTo>
                    <a:pt x="244186" y="149664"/>
                  </a:lnTo>
                  <a:lnTo>
                    <a:pt x="244186" y="113413"/>
                  </a:lnTo>
                  <a:cubicBezTo>
                    <a:pt x="244247" y="113045"/>
                    <a:pt x="244247" y="112800"/>
                    <a:pt x="244247" y="112431"/>
                  </a:cubicBezTo>
                  <a:cubicBezTo>
                    <a:pt x="244247" y="106850"/>
                    <a:pt x="239708" y="102372"/>
                    <a:pt x="234188" y="102372"/>
                  </a:cubicBezTo>
                  <a:lnTo>
                    <a:pt x="172728" y="102372"/>
                  </a:lnTo>
                  <a:lnTo>
                    <a:pt x="172728" y="69618"/>
                  </a:lnTo>
                  <a:lnTo>
                    <a:pt x="188246" y="69618"/>
                  </a:lnTo>
                  <a:close/>
                  <a:moveTo>
                    <a:pt x="22940" y="326377"/>
                  </a:moveTo>
                  <a:lnTo>
                    <a:pt x="22940" y="296444"/>
                  </a:lnTo>
                  <a:lnTo>
                    <a:pt x="174629" y="296444"/>
                  </a:lnTo>
                  <a:lnTo>
                    <a:pt x="174629" y="326377"/>
                  </a:lnTo>
                  <a:lnTo>
                    <a:pt x="22940" y="326377"/>
                  </a:lnTo>
                  <a:close/>
                  <a:moveTo>
                    <a:pt x="49070" y="276325"/>
                  </a:moveTo>
                  <a:lnTo>
                    <a:pt x="49070" y="22940"/>
                  </a:lnTo>
                  <a:lnTo>
                    <a:pt x="149726" y="22940"/>
                  </a:lnTo>
                  <a:lnTo>
                    <a:pt x="149726" y="276325"/>
                  </a:lnTo>
                  <a:lnTo>
                    <a:pt x="49070" y="276325"/>
                  </a:lnTo>
                  <a:close/>
                </a:path>
              </a:pathLst>
            </a:custGeom>
            <a:grpFill/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8" name="任意多边形: 形状 154">
              <a:extLst>
                <a:ext uri="{FF2B5EF4-FFF2-40B4-BE49-F238E27FC236}">
                  <a16:creationId xmlns:a16="http://schemas.microsoft.com/office/drawing/2014/main" id="{854DF160-831A-4859-B336-A851424E841C}"/>
                </a:ext>
              </a:extLst>
            </p:cNvPr>
            <p:cNvSpPr/>
            <p:nvPr/>
          </p:nvSpPr>
          <p:spPr>
            <a:xfrm>
              <a:off x="11256140" y="7465184"/>
              <a:ext cx="78512" cy="115559"/>
            </a:xfrm>
            <a:custGeom>
              <a:avLst/>
              <a:gdLst>
                <a:gd name="connsiteX0" fmla="*/ 73421 w 78512"/>
                <a:gd name="connsiteY0" fmla="*/ 57228 h 115559"/>
                <a:gd name="connsiteX1" fmla="*/ 72992 w 78512"/>
                <a:gd name="connsiteY1" fmla="*/ 56369 h 115559"/>
                <a:gd name="connsiteX2" fmla="*/ 44040 w 78512"/>
                <a:gd name="connsiteY2" fmla="*/ 8035 h 115559"/>
                <a:gd name="connsiteX3" fmla="*/ 39256 w 78512"/>
                <a:gd name="connsiteY3" fmla="*/ 0 h 115559"/>
                <a:gd name="connsiteX4" fmla="*/ 34472 w 78512"/>
                <a:gd name="connsiteY4" fmla="*/ 8035 h 115559"/>
                <a:gd name="connsiteX5" fmla="*/ 5275 w 78512"/>
                <a:gd name="connsiteY5" fmla="*/ 56676 h 115559"/>
                <a:gd name="connsiteX6" fmla="*/ 5091 w 78512"/>
                <a:gd name="connsiteY6" fmla="*/ 57044 h 115559"/>
                <a:gd name="connsiteX7" fmla="*/ 0 w 78512"/>
                <a:gd name="connsiteY7" fmla="*/ 76304 h 115559"/>
                <a:gd name="connsiteX8" fmla="*/ 39256 w 78512"/>
                <a:gd name="connsiteY8" fmla="*/ 115560 h 115559"/>
                <a:gd name="connsiteX9" fmla="*/ 78512 w 78512"/>
                <a:gd name="connsiteY9" fmla="*/ 76304 h 115559"/>
                <a:gd name="connsiteX10" fmla="*/ 73421 w 78512"/>
                <a:gd name="connsiteY10" fmla="*/ 57228 h 115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8512" h="115559">
                  <a:moveTo>
                    <a:pt x="73421" y="57228"/>
                  </a:moveTo>
                  <a:cubicBezTo>
                    <a:pt x="73299" y="56860"/>
                    <a:pt x="73176" y="56615"/>
                    <a:pt x="72992" y="56369"/>
                  </a:cubicBezTo>
                  <a:lnTo>
                    <a:pt x="44040" y="8035"/>
                  </a:lnTo>
                  <a:lnTo>
                    <a:pt x="39256" y="0"/>
                  </a:lnTo>
                  <a:lnTo>
                    <a:pt x="34472" y="8035"/>
                  </a:lnTo>
                  <a:lnTo>
                    <a:pt x="5275" y="56676"/>
                  </a:lnTo>
                  <a:lnTo>
                    <a:pt x="5091" y="57044"/>
                  </a:lnTo>
                  <a:cubicBezTo>
                    <a:pt x="1778" y="62932"/>
                    <a:pt x="0" y="69618"/>
                    <a:pt x="0" y="76304"/>
                  </a:cubicBezTo>
                  <a:cubicBezTo>
                    <a:pt x="0" y="97956"/>
                    <a:pt x="17604" y="115560"/>
                    <a:pt x="39256" y="115560"/>
                  </a:cubicBezTo>
                  <a:cubicBezTo>
                    <a:pt x="60908" y="115560"/>
                    <a:pt x="78512" y="97956"/>
                    <a:pt x="78512" y="76304"/>
                  </a:cubicBezTo>
                  <a:cubicBezTo>
                    <a:pt x="78390" y="69679"/>
                    <a:pt x="76672" y="63116"/>
                    <a:pt x="73421" y="57228"/>
                  </a:cubicBezTo>
                  <a:close/>
                </a:path>
              </a:pathLst>
            </a:custGeom>
            <a:grpFill/>
            <a:ln w="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7F678CE1-EEE2-45CF-874F-80377E8B611C}"/>
              </a:ext>
            </a:extLst>
          </p:cNvPr>
          <p:cNvSpPr txBox="1"/>
          <p:nvPr/>
        </p:nvSpPr>
        <p:spPr>
          <a:xfrm flipH="1">
            <a:off x="7290099" y="4668428"/>
            <a:ext cx="3109195" cy="705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 kern="1400" spc="100">
                <a:solidFill>
                  <a:schemeClr val="tx1">
                    <a:lumMod val="65000"/>
                    <a:lumOff val="3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r"/>
            <a:r>
              <a:rPr lang="vi-VN" sz="1400" b="1" dirty="0">
                <a:solidFill>
                  <a:schemeClr val="tx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Cơ chế File Storage thao tác trực tiếp với các file</a:t>
            </a: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 .</a:t>
            </a:r>
            <a:r>
              <a:rPr lang="en-US" sz="1400" b="1" dirty="0" err="1">
                <a:solidFill>
                  <a:schemeClr val="tx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json</a:t>
            </a: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altLang="zh-CN" sz="1400" b="1" dirty="0">
              <a:solidFill>
                <a:schemeClr val="tx1"/>
              </a:solidFill>
              <a:latin typeface="Aptos" panose="020B0004020202020204" pitchFamily="34" charset="0"/>
              <a:ea typeface="思源黑体" panose="020B0500000000000000" pitchFamily="34" charset="-122"/>
              <a:cs typeface="Times New Roman" panose="02020603050405020304" pitchFamily="18" charset="0"/>
              <a:sym typeface="思源黑体 CN Medium" panose="020B0600000000000000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656CB6F-5A0E-47DC-BD55-887E692014F0}"/>
              </a:ext>
            </a:extLst>
          </p:cNvPr>
          <p:cNvSpPr txBox="1"/>
          <p:nvPr/>
        </p:nvSpPr>
        <p:spPr>
          <a:xfrm flipH="1">
            <a:off x="8730545" y="4246881"/>
            <a:ext cx="1180352" cy="2175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5297D4"/>
                    </a:gs>
                    <a:gs pos="100000">
                      <a:srgbClr val="275B89"/>
                    </a:gs>
                  </a:gsLst>
                  <a:lin ang="5400000" scaled="1"/>
                  <a:tileRect/>
                </a:gradFill>
                <a:effectLst>
                  <a:outerShdw blurRad="139700" dist="88900" dir="5400000" algn="t" rotWithShape="0">
                    <a:prstClr val="black">
                      <a:alpha val="20000"/>
                    </a:prstClr>
                  </a:outerShdw>
                </a:effectLst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pPr algn="r"/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  <a:sym typeface="思源黑体 CN Medium" panose="020B0600000000000000" pitchFamily="34" charset="-122"/>
              </a:rPr>
              <a:t>4</a:t>
            </a:r>
          </a:p>
          <a:p>
            <a:pPr algn="r"/>
            <a:endParaRPr lang="zh-CN" altLang="en-US" dirty="0">
              <a:solidFill>
                <a:schemeClr val="bg2">
                  <a:lumMod val="25000"/>
                </a:schemeClr>
              </a:solidFill>
              <a:effectLst/>
              <a:latin typeface="Segoe UI Black" panose="020B0A02040204020203" pitchFamily="34" charset="0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297BAF45-DDC2-43D8-A8CF-2461AEF59CFE}"/>
              </a:ext>
            </a:extLst>
          </p:cNvPr>
          <p:cNvSpPr>
            <a:spLocks/>
          </p:cNvSpPr>
          <p:nvPr/>
        </p:nvSpPr>
        <p:spPr>
          <a:xfrm flipH="1">
            <a:off x="10048383" y="4210398"/>
            <a:ext cx="320227" cy="320227"/>
          </a:xfrm>
          <a:prstGeom prst="ellipse">
            <a:avLst/>
          </a:prstGeom>
          <a:solidFill>
            <a:srgbClr val="83C0C8"/>
          </a:solidFill>
          <a:ln w="3175">
            <a:noFill/>
          </a:ln>
          <a:effectLst>
            <a:outerShdw blurRad="190500" dist="381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60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3" name="图形 86">
            <a:extLst>
              <a:ext uri="{FF2B5EF4-FFF2-40B4-BE49-F238E27FC236}">
                <a16:creationId xmlns:a16="http://schemas.microsoft.com/office/drawing/2014/main" id="{117C8879-BFD0-46EB-83A6-475413326B7A}"/>
              </a:ext>
            </a:extLst>
          </p:cNvPr>
          <p:cNvSpPr>
            <a:spLocks/>
          </p:cNvSpPr>
          <p:nvPr/>
        </p:nvSpPr>
        <p:spPr>
          <a:xfrm>
            <a:off x="10122098" y="4280359"/>
            <a:ext cx="184069" cy="184069"/>
          </a:xfrm>
          <a:custGeom>
            <a:avLst/>
            <a:gdLst>
              <a:gd name="connsiteX0" fmla="*/ 290164 w 317805"/>
              <a:gd name="connsiteY0" fmla="*/ 168738 h 317478"/>
              <a:gd name="connsiteX1" fmla="*/ 290164 w 317805"/>
              <a:gd name="connsiteY1" fmla="*/ 303979 h 317478"/>
              <a:gd name="connsiteX2" fmla="*/ 275879 w 317805"/>
              <a:gd name="connsiteY2" fmla="*/ 317326 h 317478"/>
              <a:gd name="connsiteX3" fmla="*/ 262531 w 317805"/>
              <a:gd name="connsiteY3" fmla="*/ 303979 h 317478"/>
              <a:gd name="connsiteX4" fmla="*/ 262531 w 317805"/>
              <a:gd name="connsiteY4" fmla="*/ 168738 h 317478"/>
              <a:gd name="connsiteX5" fmla="*/ 276816 w 317805"/>
              <a:gd name="connsiteY5" fmla="*/ 155390 h 317478"/>
              <a:gd name="connsiteX6" fmla="*/ 290164 w 317805"/>
              <a:gd name="connsiteY6" fmla="*/ 168738 h 317478"/>
              <a:gd name="connsiteX7" fmla="*/ 276348 w 317805"/>
              <a:gd name="connsiteY7" fmla="*/ 39463 h 317478"/>
              <a:gd name="connsiteX8" fmla="*/ 290172 w 317805"/>
              <a:gd name="connsiteY8" fmla="*/ 25639 h 317478"/>
              <a:gd name="connsiteX9" fmla="*/ 290172 w 317805"/>
              <a:gd name="connsiteY9" fmla="*/ 13824 h 317478"/>
              <a:gd name="connsiteX10" fmla="*/ 276348 w 317805"/>
              <a:gd name="connsiteY10" fmla="*/ 0 h 317478"/>
              <a:gd name="connsiteX11" fmla="*/ 262523 w 317805"/>
              <a:gd name="connsiteY11" fmla="*/ 13824 h 317478"/>
              <a:gd name="connsiteX12" fmla="*/ 262523 w 317805"/>
              <a:gd name="connsiteY12" fmla="*/ 25647 h 317478"/>
              <a:gd name="connsiteX13" fmla="*/ 276348 w 317805"/>
              <a:gd name="connsiteY13" fmla="*/ 39471 h 317478"/>
              <a:gd name="connsiteX14" fmla="*/ 82455 w 317805"/>
              <a:gd name="connsiteY14" fmla="*/ 158901 h 317478"/>
              <a:gd name="connsiteX15" fmla="*/ 41227 w 317805"/>
              <a:gd name="connsiteY15" fmla="*/ 200470 h 317478"/>
              <a:gd name="connsiteX16" fmla="*/ 0 w 317805"/>
              <a:gd name="connsiteY16" fmla="*/ 158901 h 317478"/>
              <a:gd name="connsiteX17" fmla="*/ 41235 w 317805"/>
              <a:gd name="connsiteY17" fmla="*/ 117333 h 317478"/>
              <a:gd name="connsiteX18" fmla="*/ 82455 w 317805"/>
              <a:gd name="connsiteY18" fmla="*/ 158901 h 317478"/>
              <a:gd name="connsiteX19" fmla="*/ 54821 w 317805"/>
              <a:gd name="connsiteY19" fmla="*/ 158901 h 317478"/>
              <a:gd name="connsiteX20" fmla="*/ 41235 w 317805"/>
              <a:gd name="connsiteY20" fmla="*/ 144966 h 317478"/>
              <a:gd name="connsiteX21" fmla="*/ 27633 w 317805"/>
              <a:gd name="connsiteY21" fmla="*/ 158901 h 317478"/>
              <a:gd name="connsiteX22" fmla="*/ 41227 w 317805"/>
              <a:gd name="connsiteY22" fmla="*/ 172837 h 317478"/>
              <a:gd name="connsiteX23" fmla="*/ 54821 w 317805"/>
              <a:gd name="connsiteY23" fmla="*/ 158901 h 317478"/>
              <a:gd name="connsiteX24" fmla="*/ 200138 w 317805"/>
              <a:gd name="connsiteY24" fmla="*/ 226864 h 317478"/>
              <a:gd name="connsiteX25" fmla="*/ 158902 w 317805"/>
              <a:gd name="connsiteY25" fmla="*/ 268440 h 317478"/>
              <a:gd name="connsiteX26" fmla="*/ 117667 w 317805"/>
              <a:gd name="connsiteY26" fmla="*/ 226864 h 317478"/>
              <a:gd name="connsiteX27" fmla="*/ 158902 w 317805"/>
              <a:gd name="connsiteY27" fmla="*/ 185287 h 317478"/>
              <a:gd name="connsiteX28" fmla="*/ 200138 w 317805"/>
              <a:gd name="connsiteY28" fmla="*/ 226864 h 317478"/>
              <a:gd name="connsiteX29" fmla="*/ 172489 w 317805"/>
              <a:gd name="connsiteY29" fmla="*/ 226864 h 317478"/>
              <a:gd name="connsiteX30" fmla="*/ 158902 w 317805"/>
              <a:gd name="connsiteY30" fmla="*/ 212920 h 317478"/>
              <a:gd name="connsiteX31" fmla="*/ 145317 w 317805"/>
              <a:gd name="connsiteY31" fmla="*/ 226864 h 317478"/>
              <a:gd name="connsiteX32" fmla="*/ 158902 w 317805"/>
              <a:gd name="connsiteY32" fmla="*/ 240799 h 317478"/>
              <a:gd name="connsiteX33" fmla="*/ 172489 w 317805"/>
              <a:gd name="connsiteY33" fmla="*/ 226864 h 317478"/>
              <a:gd name="connsiteX34" fmla="*/ 317806 w 317805"/>
              <a:gd name="connsiteY34" fmla="*/ 98916 h 317478"/>
              <a:gd name="connsiteX35" fmla="*/ 276570 w 317805"/>
              <a:gd name="connsiteY35" fmla="*/ 140485 h 317478"/>
              <a:gd name="connsiteX36" fmla="*/ 235350 w 317805"/>
              <a:gd name="connsiteY36" fmla="*/ 98916 h 317478"/>
              <a:gd name="connsiteX37" fmla="*/ 276578 w 317805"/>
              <a:gd name="connsiteY37" fmla="*/ 57340 h 317478"/>
              <a:gd name="connsiteX38" fmla="*/ 317806 w 317805"/>
              <a:gd name="connsiteY38" fmla="*/ 98916 h 317478"/>
              <a:gd name="connsiteX39" fmla="*/ 290172 w 317805"/>
              <a:gd name="connsiteY39" fmla="*/ 98916 h 317478"/>
              <a:gd name="connsiteX40" fmla="*/ 276578 w 317805"/>
              <a:gd name="connsiteY40" fmla="*/ 84973 h 317478"/>
              <a:gd name="connsiteX41" fmla="*/ 262984 w 317805"/>
              <a:gd name="connsiteY41" fmla="*/ 98916 h 317478"/>
              <a:gd name="connsiteX42" fmla="*/ 276570 w 317805"/>
              <a:gd name="connsiteY42" fmla="*/ 112852 h 317478"/>
              <a:gd name="connsiteX43" fmla="*/ 290172 w 317805"/>
              <a:gd name="connsiteY43" fmla="*/ 98916 h 317478"/>
              <a:gd name="connsiteX44" fmla="*/ 158895 w 317805"/>
              <a:gd name="connsiteY44" fmla="*/ 282225 h 317478"/>
              <a:gd name="connsiteX45" fmla="*/ 145078 w 317805"/>
              <a:gd name="connsiteY45" fmla="*/ 296042 h 317478"/>
              <a:gd name="connsiteX46" fmla="*/ 145078 w 317805"/>
              <a:gd name="connsiteY46" fmla="*/ 303987 h 317478"/>
              <a:gd name="connsiteX47" fmla="*/ 159230 w 317805"/>
              <a:gd name="connsiteY47" fmla="*/ 317475 h 317478"/>
              <a:gd name="connsiteX48" fmla="*/ 172719 w 317805"/>
              <a:gd name="connsiteY48" fmla="*/ 303987 h 317478"/>
              <a:gd name="connsiteX49" fmla="*/ 172719 w 317805"/>
              <a:gd name="connsiteY49" fmla="*/ 296042 h 317478"/>
              <a:gd name="connsiteX50" fmla="*/ 158895 w 317805"/>
              <a:gd name="connsiteY50" fmla="*/ 282217 h 317478"/>
              <a:gd name="connsiteX51" fmla="*/ 158895 w 317805"/>
              <a:gd name="connsiteY51" fmla="*/ 168253 h 317478"/>
              <a:gd name="connsiteX52" fmla="*/ 172719 w 317805"/>
              <a:gd name="connsiteY52" fmla="*/ 154428 h 317478"/>
              <a:gd name="connsiteX53" fmla="*/ 172719 w 317805"/>
              <a:gd name="connsiteY53" fmla="*/ 13824 h 317478"/>
              <a:gd name="connsiteX54" fmla="*/ 158567 w 317805"/>
              <a:gd name="connsiteY54" fmla="*/ 335 h 317478"/>
              <a:gd name="connsiteX55" fmla="*/ 145078 w 317805"/>
              <a:gd name="connsiteY55" fmla="*/ 13824 h 317478"/>
              <a:gd name="connsiteX56" fmla="*/ 145078 w 317805"/>
              <a:gd name="connsiteY56" fmla="*/ 154436 h 317478"/>
              <a:gd name="connsiteX57" fmla="*/ 158902 w 317805"/>
              <a:gd name="connsiteY57" fmla="*/ 168261 h 317478"/>
              <a:gd name="connsiteX58" fmla="*/ 41450 w 317805"/>
              <a:gd name="connsiteY58" fmla="*/ 218585 h 317478"/>
              <a:gd name="connsiteX59" fmla="*/ 27625 w 317805"/>
              <a:gd name="connsiteY59" fmla="*/ 232401 h 317478"/>
              <a:gd name="connsiteX60" fmla="*/ 27625 w 317805"/>
              <a:gd name="connsiteY60" fmla="*/ 303987 h 317478"/>
              <a:gd name="connsiteX61" fmla="*/ 41777 w 317805"/>
              <a:gd name="connsiteY61" fmla="*/ 317475 h 317478"/>
              <a:gd name="connsiteX62" fmla="*/ 55266 w 317805"/>
              <a:gd name="connsiteY62" fmla="*/ 303987 h 317478"/>
              <a:gd name="connsiteX63" fmla="*/ 55266 w 317805"/>
              <a:gd name="connsiteY63" fmla="*/ 232401 h 317478"/>
              <a:gd name="connsiteX64" fmla="*/ 41442 w 317805"/>
              <a:gd name="connsiteY64" fmla="*/ 218577 h 317478"/>
              <a:gd name="connsiteX65" fmla="*/ 41450 w 317805"/>
              <a:gd name="connsiteY65" fmla="*/ 99909 h 317478"/>
              <a:gd name="connsiteX66" fmla="*/ 55266 w 317805"/>
              <a:gd name="connsiteY66" fmla="*/ 86093 h 317478"/>
              <a:gd name="connsiteX67" fmla="*/ 55266 w 317805"/>
              <a:gd name="connsiteY67" fmla="*/ 13816 h 317478"/>
              <a:gd name="connsiteX68" fmla="*/ 40981 w 317805"/>
              <a:gd name="connsiteY68" fmla="*/ 469 h 317478"/>
              <a:gd name="connsiteX69" fmla="*/ 27633 w 317805"/>
              <a:gd name="connsiteY69" fmla="*/ 13816 h 317478"/>
              <a:gd name="connsiteX70" fmla="*/ 27633 w 317805"/>
              <a:gd name="connsiteY70" fmla="*/ 86093 h 317478"/>
              <a:gd name="connsiteX71" fmla="*/ 41450 w 317805"/>
              <a:gd name="connsiteY71" fmla="*/ 99917 h 317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17805" h="317478">
                <a:moveTo>
                  <a:pt x="290164" y="168738"/>
                </a:moveTo>
                <a:lnTo>
                  <a:pt x="290164" y="303979"/>
                </a:lnTo>
                <a:cubicBezTo>
                  <a:pt x="289905" y="311609"/>
                  <a:pt x="283509" y="317586"/>
                  <a:pt x="275879" y="317326"/>
                </a:cubicBezTo>
                <a:cubicBezTo>
                  <a:pt x="268612" y="317080"/>
                  <a:pt x="262777" y="311245"/>
                  <a:pt x="262531" y="303979"/>
                </a:cubicBezTo>
                <a:lnTo>
                  <a:pt x="262531" y="168738"/>
                </a:lnTo>
                <a:cubicBezTo>
                  <a:pt x="262790" y="161107"/>
                  <a:pt x="269185" y="155131"/>
                  <a:pt x="276816" y="155390"/>
                </a:cubicBezTo>
                <a:cubicBezTo>
                  <a:pt x="284083" y="155636"/>
                  <a:pt x="289918" y="161470"/>
                  <a:pt x="290164" y="168738"/>
                </a:cubicBezTo>
                <a:close/>
                <a:moveTo>
                  <a:pt x="276348" y="39463"/>
                </a:moveTo>
                <a:cubicBezTo>
                  <a:pt x="283975" y="39463"/>
                  <a:pt x="290172" y="33266"/>
                  <a:pt x="290172" y="25639"/>
                </a:cubicBezTo>
                <a:lnTo>
                  <a:pt x="290172" y="13824"/>
                </a:lnTo>
                <a:cubicBezTo>
                  <a:pt x="290172" y="6189"/>
                  <a:pt x="283982" y="0"/>
                  <a:pt x="276348" y="0"/>
                </a:cubicBezTo>
                <a:cubicBezTo>
                  <a:pt x="268712" y="0"/>
                  <a:pt x="262523" y="6189"/>
                  <a:pt x="262523" y="13824"/>
                </a:cubicBezTo>
                <a:lnTo>
                  <a:pt x="262523" y="25647"/>
                </a:lnTo>
                <a:cubicBezTo>
                  <a:pt x="262523" y="33274"/>
                  <a:pt x="268720" y="39471"/>
                  <a:pt x="276348" y="39471"/>
                </a:cubicBezTo>
                <a:close/>
                <a:moveTo>
                  <a:pt x="82455" y="158901"/>
                </a:moveTo>
                <a:cubicBezTo>
                  <a:pt x="82455" y="181823"/>
                  <a:pt x="63966" y="200470"/>
                  <a:pt x="41227" y="200470"/>
                </a:cubicBezTo>
                <a:cubicBezTo>
                  <a:pt x="18496" y="200470"/>
                  <a:pt x="0" y="181823"/>
                  <a:pt x="0" y="158901"/>
                </a:cubicBezTo>
                <a:cubicBezTo>
                  <a:pt x="0" y="135980"/>
                  <a:pt x="18496" y="117333"/>
                  <a:pt x="41235" y="117333"/>
                </a:cubicBezTo>
                <a:cubicBezTo>
                  <a:pt x="63958" y="117333"/>
                  <a:pt x="82455" y="135980"/>
                  <a:pt x="82455" y="158901"/>
                </a:cubicBezTo>
                <a:close/>
                <a:moveTo>
                  <a:pt x="54821" y="158901"/>
                </a:moveTo>
                <a:cubicBezTo>
                  <a:pt x="54821" y="151219"/>
                  <a:pt x="48727" y="144966"/>
                  <a:pt x="41235" y="144966"/>
                </a:cubicBezTo>
                <a:cubicBezTo>
                  <a:pt x="33735" y="144966"/>
                  <a:pt x="27633" y="151219"/>
                  <a:pt x="27633" y="158901"/>
                </a:cubicBezTo>
                <a:cubicBezTo>
                  <a:pt x="27633" y="166584"/>
                  <a:pt x="33735" y="172837"/>
                  <a:pt x="41227" y="172837"/>
                </a:cubicBezTo>
                <a:cubicBezTo>
                  <a:pt x="48727" y="172837"/>
                  <a:pt x="54821" y="166584"/>
                  <a:pt x="54821" y="158901"/>
                </a:cubicBezTo>
                <a:close/>
                <a:moveTo>
                  <a:pt x="200138" y="226864"/>
                </a:moveTo>
                <a:cubicBezTo>
                  <a:pt x="200138" y="249785"/>
                  <a:pt x="181633" y="268440"/>
                  <a:pt x="158902" y="268440"/>
                </a:cubicBezTo>
                <a:cubicBezTo>
                  <a:pt x="136171" y="268440"/>
                  <a:pt x="117667" y="249785"/>
                  <a:pt x="117667" y="226864"/>
                </a:cubicBezTo>
                <a:cubicBezTo>
                  <a:pt x="117667" y="203942"/>
                  <a:pt x="136171" y="185287"/>
                  <a:pt x="158902" y="185287"/>
                </a:cubicBezTo>
                <a:cubicBezTo>
                  <a:pt x="181633" y="185287"/>
                  <a:pt x="200138" y="203942"/>
                  <a:pt x="200138" y="226864"/>
                </a:cubicBezTo>
                <a:close/>
                <a:moveTo>
                  <a:pt x="172489" y="226864"/>
                </a:moveTo>
                <a:cubicBezTo>
                  <a:pt x="172489" y="219181"/>
                  <a:pt x="166395" y="212920"/>
                  <a:pt x="158902" y="212920"/>
                </a:cubicBezTo>
                <a:cubicBezTo>
                  <a:pt x="151410" y="212920"/>
                  <a:pt x="145317" y="219181"/>
                  <a:pt x="145317" y="226864"/>
                </a:cubicBezTo>
                <a:cubicBezTo>
                  <a:pt x="145317" y="234547"/>
                  <a:pt x="151410" y="240799"/>
                  <a:pt x="158902" y="240799"/>
                </a:cubicBezTo>
                <a:cubicBezTo>
                  <a:pt x="166395" y="240799"/>
                  <a:pt x="172489" y="234547"/>
                  <a:pt x="172489" y="226864"/>
                </a:cubicBezTo>
                <a:close/>
                <a:moveTo>
                  <a:pt x="317806" y="98916"/>
                </a:moveTo>
                <a:cubicBezTo>
                  <a:pt x="317806" y="121838"/>
                  <a:pt x="299309" y="140485"/>
                  <a:pt x="276570" y="140485"/>
                </a:cubicBezTo>
                <a:cubicBezTo>
                  <a:pt x="253847" y="140485"/>
                  <a:pt x="235350" y="121838"/>
                  <a:pt x="235350" y="98916"/>
                </a:cubicBezTo>
                <a:cubicBezTo>
                  <a:pt x="235350" y="75995"/>
                  <a:pt x="253847" y="57340"/>
                  <a:pt x="276578" y="57340"/>
                </a:cubicBezTo>
                <a:cubicBezTo>
                  <a:pt x="299309" y="57340"/>
                  <a:pt x="317806" y="75987"/>
                  <a:pt x="317806" y="98916"/>
                </a:cubicBezTo>
                <a:close/>
                <a:moveTo>
                  <a:pt x="290172" y="98916"/>
                </a:moveTo>
                <a:cubicBezTo>
                  <a:pt x="290172" y="91225"/>
                  <a:pt x="284070" y="84973"/>
                  <a:pt x="276578" y="84973"/>
                </a:cubicBezTo>
                <a:cubicBezTo>
                  <a:pt x="269078" y="84973"/>
                  <a:pt x="262984" y="91225"/>
                  <a:pt x="262984" y="98916"/>
                </a:cubicBezTo>
                <a:cubicBezTo>
                  <a:pt x="262984" y="106599"/>
                  <a:pt x="269078" y="112852"/>
                  <a:pt x="276570" y="112852"/>
                </a:cubicBezTo>
                <a:cubicBezTo>
                  <a:pt x="284070" y="112852"/>
                  <a:pt x="290172" y="106599"/>
                  <a:pt x="290172" y="98916"/>
                </a:cubicBezTo>
                <a:close/>
                <a:moveTo>
                  <a:pt x="158895" y="282225"/>
                </a:moveTo>
                <a:cubicBezTo>
                  <a:pt x="151267" y="282225"/>
                  <a:pt x="145078" y="288406"/>
                  <a:pt x="145078" y="296042"/>
                </a:cubicBezTo>
                <a:lnTo>
                  <a:pt x="145078" y="303987"/>
                </a:lnTo>
                <a:cubicBezTo>
                  <a:pt x="145261" y="311621"/>
                  <a:pt x="151597" y="317658"/>
                  <a:pt x="159230" y="317475"/>
                </a:cubicBezTo>
                <a:cubicBezTo>
                  <a:pt x="166605" y="317298"/>
                  <a:pt x="172542" y="311363"/>
                  <a:pt x="172719" y="303987"/>
                </a:cubicBezTo>
                <a:lnTo>
                  <a:pt x="172719" y="296042"/>
                </a:lnTo>
                <a:cubicBezTo>
                  <a:pt x="172719" y="288414"/>
                  <a:pt x="166522" y="282217"/>
                  <a:pt x="158895" y="282217"/>
                </a:cubicBezTo>
                <a:close/>
                <a:moveTo>
                  <a:pt x="158895" y="168253"/>
                </a:moveTo>
                <a:cubicBezTo>
                  <a:pt x="166522" y="168253"/>
                  <a:pt x="172719" y="162056"/>
                  <a:pt x="172719" y="154428"/>
                </a:cubicBezTo>
                <a:lnTo>
                  <a:pt x="172719" y="13824"/>
                </a:lnTo>
                <a:cubicBezTo>
                  <a:pt x="172536" y="6192"/>
                  <a:pt x="166200" y="152"/>
                  <a:pt x="158567" y="335"/>
                </a:cubicBezTo>
                <a:cubicBezTo>
                  <a:pt x="151192" y="512"/>
                  <a:pt x="145255" y="6449"/>
                  <a:pt x="145078" y="13824"/>
                </a:cubicBezTo>
                <a:lnTo>
                  <a:pt x="145078" y="154436"/>
                </a:lnTo>
                <a:cubicBezTo>
                  <a:pt x="145078" y="162064"/>
                  <a:pt x="151267" y="168261"/>
                  <a:pt x="158902" y="168261"/>
                </a:cubicBezTo>
                <a:close/>
                <a:moveTo>
                  <a:pt x="41450" y="218585"/>
                </a:moveTo>
                <a:cubicBezTo>
                  <a:pt x="33822" y="218585"/>
                  <a:pt x="27625" y="224774"/>
                  <a:pt x="27625" y="232401"/>
                </a:cubicBezTo>
                <a:lnTo>
                  <a:pt x="27625" y="303987"/>
                </a:lnTo>
                <a:cubicBezTo>
                  <a:pt x="27808" y="311621"/>
                  <a:pt x="34144" y="317658"/>
                  <a:pt x="41777" y="317475"/>
                </a:cubicBezTo>
                <a:cubicBezTo>
                  <a:pt x="49152" y="317298"/>
                  <a:pt x="55089" y="311363"/>
                  <a:pt x="55266" y="303987"/>
                </a:cubicBezTo>
                <a:lnTo>
                  <a:pt x="55266" y="232401"/>
                </a:lnTo>
                <a:cubicBezTo>
                  <a:pt x="55266" y="224774"/>
                  <a:pt x="49077" y="218577"/>
                  <a:pt x="41442" y="218577"/>
                </a:cubicBezTo>
                <a:close/>
                <a:moveTo>
                  <a:pt x="41450" y="99909"/>
                </a:moveTo>
                <a:cubicBezTo>
                  <a:pt x="49077" y="99909"/>
                  <a:pt x="55266" y="93720"/>
                  <a:pt x="55266" y="86093"/>
                </a:cubicBezTo>
                <a:lnTo>
                  <a:pt x="55266" y="13816"/>
                </a:lnTo>
                <a:cubicBezTo>
                  <a:pt x="55008" y="6186"/>
                  <a:pt x="48612" y="210"/>
                  <a:pt x="40981" y="469"/>
                </a:cubicBezTo>
                <a:cubicBezTo>
                  <a:pt x="33714" y="715"/>
                  <a:pt x="27880" y="6549"/>
                  <a:pt x="27633" y="13816"/>
                </a:cubicBezTo>
                <a:lnTo>
                  <a:pt x="27633" y="86093"/>
                </a:lnTo>
                <a:cubicBezTo>
                  <a:pt x="27633" y="93720"/>
                  <a:pt x="33814" y="99917"/>
                  <a:pt x="41450" y="99917"/>
                </a:cubicBezTo>
                <a:close/>
              </a:path>
            </a:pathLst>
          </a:custGeom>
          <a:solidFill>
            <a:schemeClr val="bg1"/>
          </a:solidFill>
          <a:ln w="30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2152805" y="332405"/>
            <a:ext cx="7895578" cy="631711"/>
            <a:chOff x="4657138" y="538219"/>
            <a:chExt cx="2867228" cy="953057"/>
          </a:xfrm>
        </p:grpSpPr>
        <p:sp>
          <p:nvSpPr>
            <p:cNvPr id="41" name="矩形 40"/>
            <p:cNvSpPr/>
            <p:nvPr/>
          </p:nvSpPr>
          <p:spPr>
            <a:xfrm>
              <a:off x="4657138" y="538219"/>
              <a:ext cx="2867228" cy="953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32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KIẾN TRÚC HỆ THỐNG &amp; CÔNG NGHỆ</a:t>
              </a:r>
              <a:endParaRPr lang="zh-CN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36" name="直接连接符 35"/>
            <p:cNvCxnSpPr>
              <a:cxnSpLocks/>
            </p:cNvCxnSpPr>
            <p:nvPr/>
          </p:nvCxnSpPr>
          <p:spPr>
            <a:xfrm>
              <a:off x="5027644" y="1466555"/>
              <a:ext cx="2159730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519715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250"/>
                            </p:stCondLst>
                            <p:childTnLst>
                              <p:par>
                                <p:cTn id="3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750"/>
                            </p:stCondLst>
                            <p:childTnLst>
                              <p:par>
                                <p:cTn id="4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500"/>
                            </p:stCondLst>
                            <p:childTnLst>
                              <p:par>
                                <p:cTn id="5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750"/>
                            </p:stCondLst>
                            <p:childTnLst>
                              <p:par>
                                <p:cTn id="6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0"/>
                            </p:stCondLst>
                            <p:childTnLst>
                              <p:par>
                                <p:cTn id="6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50"/>
                            </p:stCondLst>
                            <p:childTnLst>
                              <p:par>
                                <p:cTn id="7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75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000"/>
                            </p:stCondLst>
                            <p:childTnLst>
                              <p:par>
                                <p:cTn id="8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250"/>
                            </p:stCondLst>
                            <p:childTnLst>
                              <p:par>
                                <p:cTn id="9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500"/>
                            </p:stCondLst>
                            <p:childTnLst>
                              <p:par>
                                <p:cTn id="9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750"/>
                            </p:stCondLst>
                            <p:childTnLst>
                              <p:par>
                                <p:cTn id="10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0"/>
                            </p:stCondLst>
                            <p:childTnLst>
                              <p:par>
                                <p:cTn id="10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250"/>
                            </p:stCondLst>
                            <p:childTnLst>
                              <p:par>
                                <p:cTn id="11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500"/>
                            </p:stCondLst>
                            <p:childTnLst>
                              <p:par>
                                <p:cTn id="11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 animBg="1"/>
      <p:bldP spid="18" grpId="0"/>
      <p:bldP spid="19" grpId="0"/>
      <p:bldP spid="20" grpId="0" animBg="1"/>
      <p:bldP spid="21" grpId="0" animBg="1"/>
      <p:bldP spid="23" grpId="0"/>
      <p:bldP spid="24" grpId="0"/>
      <p:bldP spid="25" grpId="0" animBg="1"/>
      <p:bldP spid="30" grpId="0"/>
      <p:bldP spid="31" grpId="0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45963A7-5A2B-454F-AC8C-60147C66500C}"/>
              </a:ext>
            </a:extLst>
          </p:cNvPr>
          <p:cNvCxnSpPr/>
          <p:nvPr/>
        </p:nvCxnSpPr>
        <p:spPr>
          <a:xfrm>
            <a:off x="335360" y="4151261"/>
            <a:ext cx="11593288" cy="0"/>
          </a:xfrm>
          <a:prstGeom prst="line">
            <a:avLst/>
          </a:prstGeom>
          <a:ln w="19050">
            <a:solidFill>
              <a:srgbClr val="83C0C8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2294287F-DD88-4D74-9C55-20E775A53619}"/>
              </a:ext>
            </a:extLst>
          </p:cNvPr>
          <p:cNvSpPr/>
          <p:nvPr/>
        </p:nvSpPr>
        <p:spPr>
          <a:xfrm>
            <a:off x="2136444" y="4092732"/>
            <a:ext cx="117061" cy="117061"/>
          </a:xfrm>
          <a:prstGeom prst="ellipse">
            <a:avLst/>
          </a:prstGeom>
          <a:solidFill>
            <a:srgbClr val="64A2A4"/>
          </a:solidFill>
          <a:ln w="127000">
            <a:solidFill>
              <a:srgbClr val="64A2A4">
                <a:alpha val="4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0A8DF29-3B39-49B3-AB7A-32FF4F5130C9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194975" y="3667889"/>
            <a:ext cx="0" cy="424842"/>
          </a:xfrm>
          <a:prstGeom prst="line">
            <a:avLst/>
          </a:prstGeom>
          <a:ln w="19050">
            <a:gradFill>
              <a:gsLst>
                <a:gs pos="0">
                  <a:srgbClr val="64A2A4"/>
                </a:gs>
                <a:gs pos="100000">
                  <a:srgbClr val="64A2A4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>
            <a:extLst>
              <a:ext uri="{FF2B5EF4-FFF2-40B4-BE49-F238E27FC236}">
                <a16:creationId xmlns:a16="http://schemas.microsoft.com/office/drawing/2014/main" id="{2343A641-86FF-4B3B-AD5B-D1B127AC56A1}"/>
              </a:ext>
            </a:extLst>
          </p:cNvPr>
          <p:cNvSpPr/>
          <p:nvPr/>
        </p:nvSpPr>
        <p:spPr>
          <a:xfrm flipV="1">
            <a:off x="4107428" y="4090621"/>
            <a:ext cx="117061" cy="117061"/>
          </a:xfrm>
          <a:prstGeom prst="ellipse">
            <a:avLst/>
          </a:prstGeom>
          <a:solidFill>
            <a:srgbClr val="83C0C8"/>
          </a:solidFill>
          <a:ln w="127000">
            <a:solidFill>
              <a:srgbClr val="83C0C8">
                <a:alpha val="4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BB57ACA-748E-476C-9ACB-0BED2B81F773}"/>
              </a:ext>
            </a:extLst>
          </p:cNvPr>
          <p:cNvCxnSpPr>
            <a:cxnSpLocks/>
            <a:stCxn id="21" idx="0"/>
          </p:cNvCxnSpPr>
          <p:nvPr/>
        </p:nvCxnSpPr>
        <p:spPr>
          <a:xfrm>
            <a:off x="4165959" y="4207682"/>
            <a:ext cx="0" cy="424842"/>
          </a:xfrm>
          <a:prstGeom prst="line">
            <a:avLst/>
          </a:prstGeom>
          <a:ln w="19050">
            <a:gradFill>
              <a:gsLst>
                <a:gs pos="0">
                  <a:srgbClr val="64A2A4"/>
                </a:gs>
                <a:gs pos="100000">
                  <a:srgbClr val="64A2A4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5F22F35A-FC20-48A1-9230-ADFDBFD8A437}"/>
              </a:ext>
            </a:extLst>
          </p:cNvPr>
          <p:cNvSpPr/>
          <p:nvPr/>
        </p:nvSpPr>
        <p:spPr>
          <a:xfrm>
            <a:off x="6138068" y="4092732"/>
            <a:ext cx="117061" cy="117061"/>
          </a:xfrm>
          <a:prstGeom prst="ellipse">
            <a:avLst/>
          </a:prstGeom>
          <a:solidFill>
            <a:srgbClr val="64A2A4"/>
          </a:solidFill>
          <a:ln w="127000">
            <a:solidFill>
              <a:srgbClr val="64A2A4">
                <a:alpha val="4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D3AD96F-C2CB-4302-B613-EECC33446718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6196599" y="3667889"/>
            <a:ext cx="0" cy="424842"/>
          </a:xfrm>
          <a:prstGeom prst="line">
            <a:avLst/>
          </a:prstGeom>
          <a:ln w="19050">
            <a:gradFill>
              <a:gsLst>
                <a:gs pos="0">
                  <a:srgbClr val="64A2A4"/>
                </a:gs>
                <a:gs pos="100000">
                  <a:srgbClr val="64A2A4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E7CEE60B-10C7-4D52-952E-D4F8FD9AF577}"/>
              </a:ext>
            </a:extLst>
          </p:cNvPr>
          <p:cNvSpPr/>
          <p:nvPr/>
        </p:nvSpPr>
        <p:spPr>
          <a:xfrm flipV="1">
            <a:off x="8185116" y="4090621"/>
            <a:ext cx="117061" cy="117061"/>
          </a:xfrm>
          <a:prstGeom prst="ellipse">
            <a:avLst/>
          </a:prstGeom>
          <a:solidFill>
            <a:srgbClr val="83C0C8"/>
          </a:solidFill>
          <a:ln w="127000">
            <a:solidFill>
              <a:srgbClr val="83C0C8">
                <a:alpha val="4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EEEE18E-D283-4D53-889D-E3993A69B8F7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8243647" y="4207682"/>
            <a:ext cx="0" cy="424842"/>
          </a:xfrm>
          <a:prstGeom prst="line">
            <a:avLst/>
          </a:prstGeom>
          <a:ln w="19050">
            <a:gradFill>
              <a:gsLst>
                <a:gs pos="0">
                  <a:srgbClr val="64A2A4"/>
                </a:gs>
                <a:gs pos="100000">
                  <a:srgbClr val="64A2A4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55DACF17-715B-49B2-A113-63B609BE57A9}"/>
              </a:ext>
            </a:extLst>
          </p:cNvPr>
          <p:cNvSpPr/>
          <p:nvPr/>
        </p:nvSpPr>
        <p:spPr>
          <a:xfrm>
            <a:off x="1834153" y="2031961"/>
            <a:ext cx="721643" cy="721642"/>
          </a:xfrm>
          <a:prstGeom prst="ellipse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28" name="Group 14">
            <a:extLst>
              <a:ext uri="{FF2B5EF4-FFF2-40B4-BE49-F238E27FC236}">
                <a16:creationId xmlns:a16="http://schemas.microsoft.com/office/drawing/2014/main" id="{DE654F09-A3EE-42CF-AB6E-043E9F910272}"/>
              </a:ext>
            </a:extLst>
          </p:cNvPr>
          <p:cNvGrpSpPr/>
          <p:nvPr/>
        </p:nvGrpSpPr>
        <p:grpSpPr>
          <a:xfrm>
            <a:off x="2027809" y="2180096"/>
            <a:ext cx="334331" cy="413462"/>
            <a:chOff x="1460789" y="3903442"/>
            <a:chExt cx="499473" cy="617689"/>
          </a:xfrm>
          <a:solidFill>
            <a:schemeClr val="bg1"/>
          </a:solidFill>
        </p:grpSpPr>
        <p:sp>
          <p:nvSpPr>
            <p:cNvPr id="29" name="图形 4" descr="原子 纯色填充">
              <a:extLst>
                <a:ext uri="{FF2B5EF4-FFF2-40B4-BE49-F238E27FC236}">
                  <a16:creationId xmlns:a16="http://schemas.microsoft.com/office/drawing/2014/main" id="{07FDE871-0EA4-4421-8A2A-B5146EBF30A2}"/>
                </a:ext>
              </a:extLst>
            </p:cNvPr>
            <p:cNvSpPr/>
            <p:nvPr/>
          </p:nvSpPr>
          <p:spPr>
            <a:xfrm>
              <a:off x="1670708" y="4165960"/>
              <a:ext cx="74920" cy="92653"/>
            </a:xfrm>
            <a:custGeom>
              <a:avLst/>
              <a:gdLst>
                <a:gd name="connsiteX0" fmla="*/ 376707 w 465255"/>
                <a:gd name="connsiteY0" fmla="*/ 359911 h 575372"/>
                <a:gd name="connsiteX1" fmla="*/ 465255 w 465255"/>
                <a:gd name="connsiteY1" fmla="*/ 521967 h 575372"/>
                <a:gd name="connsiteX2" fmla="*/ 396999 w 465255"/>
                <a:gd name="connsiteY2" fmla="*/ 512759 h 575372"/>
                <a:gd name="connsiteX3" fmla="*/ 373018 w 465255"/>
                <a:gd name="connsiteY3" fmla="*/ 575372 h 575372"/>
                <a:gd name="connsiteX4" fmla="*/ 275246 w 465255"/>
                <a:gd name="connsiteY4" fmla="*/ 407791 h 575372"/>
                <a:gd name="connsiteX5" fmla="*/ 312141 w 465255"/>
                <a:gd name="connsiteY5" fmla="*/ 393059 h 575372"/>
                <a:gd name="connsiteX6" fmla="*/ 376707 w 465255"/>
                <a:gd name="connsiteY6" fmla="*/ 359911 h 575372"/>
                <a:gd name="connsiteX7" fmla="*/ 86735 w 465255"/>
                <a:gd name="connsiteY7" fmla="*/ 352512 h 575372"/>
                <a:gd name="connsiteX8" fmla="*/ 112571 w 465255"/>
                <a:gd name="connsiteY8" fmla="*/ 363570 h 575372"/>
                <a:gd name="connsiteX9" fmla="*/ 188233 w 465255"/>
                <a:gd name="connsiteY9" fmla="*/ 405957 h 575372"/>
                <a:gd name="connsiteX10" fmla="*/ 107034 w 465255"/>
                <a:gd name="connsiteY10" fmla="*/ 571821 h 575372"/>
                <a:gd name="connsiteX11" fmla="*/ 70126 w 465255"/>
                <a:gd name="connsiteY11" fmla="*/ 514690 h 575372"/>
                <a:gd name="connsiteX12" fmla="*/ 0 w 465255"/>
                <a:gd name="connsiteY12" fmla="*/ 522062 h 575372"/>
                <a:gd name="connsiteX13" fmla="*/ 232628 w 465255"/>
                <a:gd name="connsiteY13" fmla="*/ 121956 h 575372"/>
                <a:gd name="connsiteX14" fmla="*/ 256629 w 465255"/>
                <a:gd name="connsiteY14" fmla="*/ 169858 h 575372"/>
                <a:gd name="connsiteX15" fmla="*/ 310170 w 465255"/>
                <a:gd name="connsiteY15" fmla="*/ 177227 h 575372"/>
                <a:gd name="connsiteX16" fmla="*/ 271399 w 465255"/>
                <a:gd name="connsiteY16" fmla="*/ 215917 h 575372"/>
                <a:gd name="connsiteX17" fmla="*/ 280630 w 465255"/>
                <a:gd name="connsiteY17" fmla="*/ 269346 h 575372"/>
                <a:gd name="connsiteX18" fmla="*/ 232628 w 465255"/>
                <a:gd name="connsiteY18" fmla="*/ 243553 h 575372"/>
                <a:gd name="connsiteX19" fmla="*/ 184625 w 465255"/>
                <a:gd name="connsiteY19" fmla="*/ 269346 h 575372"/>
                <a:gd name="connsiteX20" fmla="*/ 193856 w 465255"/>
                <a:gd name="connsiteY20" fmla="*/ 215917 h 575372"/>
                <a:gd name="connsiteX21" fmla="*/ 155085 w 465255"/>
                <a:gd name="connsiteY21" fmla="*/ 177227 h 575372"/>
                <a:gd name="connsiteX22" fmla="*/ 208626 w 465255"/>
                <a:gd name="connsiteY22" fmla="*/ 169858 h 575372"/>
                <a:gd name="connsiteX23" fmla="*/ 232663 w 465255"/>
                <a:gd name="connsiteY23" fmla="*/ 81359 h 575372"/>
                <a:gd name="connsiteX24" fmla="*/ 118167 w 465255"/>
                <a:gd name="connsiteY24" fmla="*/ 195685 h 575372"/>
                <a:gd name="connsiteX25" fmla="*/ 232663 w 465255"/>
                <a:gd name="connsiteY25" fmla="*/ 310011 h 575372"/>
                <a:gd name="connsiteX26" fmla="*/ 347159 w 465255"/>
                <a:gd name="connsiteY26" fmla="*/ 195685 h 575372"/>
                <a:gd name="connsiteX27" fmla="*/ 232663 w 465255"/>
                <a:gd name="connsiteY27" fmla="*/ 81359 h 575372"/>
                <a:gd name="connsiteX28" fmla="*/ 180032 w 465255"/>
                <a:gd name="connsiteY28" fmla="*/ 916 h 575372"/>
                <a:gd name="connsiteX29" fmla="*/ 204962 w 465255"/>
                <a:gd name="connsiteY29" fmla="*/ 5756 h 575372"/>
                <a:gd name="connsiteX30" fmla="*/ 260364 w 465255"/>
                <a:gd name="connsiteY30" fmla="*/ 5756 h 575372"/>
                <a:gd name="connsiteX31" fmla="*/ 302838 w 465255"/>
                <a:gd name="connsiteY31" fmla="*/ 16820 h 575372"/>
                <a:gd name="connsiteX32" fmla="*/ 350852 w 465255"/>
                <a:gd name="connsiteY32" fmla="*/ 44479 h 575372"/>
                <a:gd name="connsiteX33" fmla="*/ 384093 w 465255"/>
                <a:gd name="connsiteY33" fmla="*/ 77671 h 575372"/>
                <a:gd name="connsiteX34" fmla="*/ 409947 w 465255"/>
                <a:gd name="connsiteY34" fmla="*/ 123770 h 575372"/>
                <a:gd name="connsiteX35" fmla="*/ 422874 w 465255"/>
                <a:gd name="connsiteY35" fmla="*/ 168025 h 575372"/>
                <a:gd name="connsiteX36" fmla="*/ 422874 w 465255"/>
                <a:gd name="connsiteY36" fmla="*/ 223345 h 575372"/>
                <a:gd name="connsiteX37" fmla="*/ 409947 w 465255"/>
                <a:gd name="connsiteY37" fmla="*/ 265756 h 575372"/>
                <a:gd name="connsiteX38" fmla="*/ 384093 w 465255"/>
                <a:gd name="connsiteY38" fmla="*/ 313699 h 575372"/>
                <a:gd name="connsiteX39" fmla="*/ 350852 w 465255"/>
                <a:gd name="connsiteY39" fmla="*/ 346891 h 575372"/>
                <a:gd name="connsiteX40" fmla="*/ 302838 w 465255"/>
                <a:gd name="connsiteY40" fmla="*/ 372706 h 575372"/>
                <a:gd name="connsiteX41" fmla="*/ 260364 w 465255"/>
                <a:gd name="connsiteY41" fmla="*/ 385614 h 575372"/>
                <a:gd name="connsiteX42" fmla="*/ 204962 w 465255"/>
                <a:gd name="connsiteY42" fmla="*/ 385614 h 575372"/>
                <a:gd name="connsiteX43" fmla="*/ 160641 w 465255"/>
                <a:gd name="connsiteY43" fmla="*/ 372706 h 575372"/>
                <a:gd name="connsiteX44" fmla="*/ 114474 w 465255"/>
                <a:gd name="connsiteY44" fmla="*/ 346891 h 575372"/>
                <a:gd name="connsiteX45" fmla="*/ 81233 w 465255"/>
                <a:gd name="connsiteY45" fmla="*/ 313699 h 575372"/>
                <a:gd name="connsiteX46" fmla="*/ 53532 w 465255"/>
                <a:gd name="connsiteY46" fmla="*/ 265756 h 575372"/>
                <a:gd name="connsiteX47" fmla="*/ 42452 w 465255"/>
                <a:gd name="connsiteY47" fmla="*/ 223345 h 575372"/>
                <a:gd name="connsiteX48" fmla="*/ 42452 w 465255"/>
                <a:gd name="connsiteY48" fmla="*/ 168025 h 575372"/>
                <a:gd name="connsiteX49" fmla="*/ 53532 w 465255"/>
                <a:gd name="connsiteY49" fmla="*/ 123770 h 575372"/>
                <a:gd name="connsiteX50" fmla="*/ 81233 w 465255"/>
                <a:gd name="connsiteY50" fmla="*/ 77671 h 575372"/>
                <a:gd name="connsiteX51" fmla="*/ 114474 w 465255"/>
                <a:gd name="connsiteY51" fmla="*/ 44479 h 575372"/>
                <a:gd name="connsiteX52" fmla="*/ 160641 w 465255"/>
                <a:gd name="connsiteY52" fmla="*/ 16820 h 575372"/>
                <a:gd name="connsiteX53" fmla="*/ 180032 w 465255"/>
                <a:gd name="connsiteY53" fmla="*/ 916 h 57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65255" h="575372">
                  <a:moveTo>
                    <a:pt x="376707" y="359911"/>
                  </a:moveTo>
                  <a:lnTo>
                    <a:pt x="465255" y="521967"/>
                  </a:lnTo>
                  <a:lnTo>
                    <a:pt x="396999" y="512759"/>
                  </a:lnTo>
                  <a:lnTo>
                    <a:pt x="373018" y="575372"/>
                  </a:lnTo>
                  <a:lnTo>
                    <a:pt x="275246" y="407791"/>
                  </a:lnTo>
                  <a:cubicBezTo>
                    <a:pt x="275246" y="407791"/>
                    <a:pt x="295538" y="411474"/>
                    <a:pt x="312141" y="393059"/>
                  </a:cubicBezTo>
                  <a:cubicBezTo>
                    <a:pt x="326899" y="382010"/>
                    <a:pt x="313986" y="365436"/>
                    <a:pt x="376707" y="359911"/>
                  </a:cubicBezTo>
                  <a:close/>
                  <a:moveTo>
                    <a:pt x="86735" y="352512"/>
                  </a:moveTo>
                  <a:cubicBezTo>
                    <a:pt x="86735" y="352512"/>
                    <a:pt x="90426" y="363570"/>
                    <a:pt x="112571" y="363570"/>
                  </a:cubicBezTo>
                  <a:cubicBezTo>
                    <a:pt x="162397" y="363570"/>
                    <a:pt x="145788" y="405957"/>
                    <a:pt x="188233" y="405957"/>
                  </a:cubicBezTo>
                  <a:cubicBezTo>
                    <a:pt x="188233" y="405957"/>
                    <a:pt x="107034" y="571821"/>
                    <a:pt x="107034" y="571821"/>
                  </a:cubicBezTo>
                  <a:lnTo>
                    <a:pt x="70126" y="514690"/>
                  </a:lnTo>
                  <a:lnTo>
                    <a:pt x="0" y="522062"/>
                  </a:lnTo>
                  <a:close/>
                  <a:moveTo>
                    <a:pt x="232628" y="121956"/>
                  </a:moveTo>
                  <a:lnTo>
                    <a:pt x="256629" y="169858"/>
                  </a:lnTo>
                  <a:lnTo>
                    <a:pt x="310170" y="177227"/>
                  </a:lnTo>
                  <a:lnTo>
                    <a:pt x="271399" y="215917"/>
                  </a:lnTo>
                  <a:lnTo>
                    <a:pt x="280630" y="269346"/>
                  </a:lnTo>
                  <a:lnTo>
                    <a:pt x="232628" y="243553"/>
                  </a:lnTo>
                  <a:lnTo>
                    <a:pt x="184625" y="269346"/>
                  </a:lnTo>
                  <a:lnTo>
                    <a:pt x="193856" y="215917"/>
                  </a:lnTo>
                  <a:lnTo>
                    <a:pt x="155085" y="177227"/>
                  </a:lnTo>
                  <a:lnTo>
                    <a:pt x="208626" y="169858"/>
                  </a:lnTo>
                  <a:close/>
                  <a:moveTo>
                    <a:pt x="232663" y="81359"/>
                  </a:moveTo>
                  <a:cubicBezTo>
                    <a:pt x="168028" y="81359"/>
                    <a:pt x="118167" y="131146"/>
                    <a:pt x="118167" y="195685"/>
                  </a:cubicBezTo>
                  <a:cubicBezTo>
                    <a:pt x="118167" y="258380"/>
                    <a:pt x="168028" y="310011"/>
                    <a:pt x="232663" y="310011"/>
                  </a:cubicBezTo>
                  <a:cubicBezTo>
                    <a:pt x="295451" y="310011"/>
                    <a:pt x="347159" y="258380"/>
                    <a:pt x="347159" y="195685"/>
                  </a:cubicBezTo>
                  <a:cubicBezTo>
                    <a:pt x="347159" y="131146"/>
                    <a:pt x="295451" y="81359"/>
                    <a:pt x="232663" y="81359"/>
                  </a:cubicBezTo>
                  <a:close/>
                  <a:moveTo>
                    <a:pt x="180032" y="916"/>
                  </a:moveTo>
                  <a:cubicBezTo>
                    <a:pt x="187419" y="-1159"/>
                    <a:pt x="195729" y="224"/>
                    <a:pt x="204962" y="5756"/>
                  </a:cubicBezTo>
                  <a:cubicBezTo>
                    <a:pt x="223429" y="16820"/>
                    <a:pt x="241897" y="16820"/>
                    <a:pt x="260364" y="5756"/>
                  </a:cubicBezTo>
                  <a:cubicBezTo>
                    <a:pt x="278831" y="-5308"/>
                    <a:pt x="293604" y="224"/>
                    <a:pt x="302838" y="16820"/>
                  </a:cubicBezTo>
                  <a:cubicBezTo>
                    <a:pt x="313918" y="35259"/>
                    <a:pt x="330538" y="44479"/>
                    <a:pt x="350852" y="44479"/>
                  </a:cubicBezTo>
                  <a:cubicBezTo>
                    <a:pt x="373013" y="44479"/>
                    <a:pt x="382246" y="55543"/>
                    <a:pt x="384093" y="77671"/>
                  </a:cubicBezTo>
                  <a:cubicBezTo>
                    <a:pt x="384093" y="97954"/>
                    <a:pt x="393326" y="114550"/>
                    <a:pt x="409947" y="123770"/>
                  </a:cubicBezTo>
                  <a:cubicBezTo>
                    <a:pt x="428414" y="134834"/>
                    <a:pt x="432107" y="149586"/>
                    <a:pt x="422874" y="168025"/>
                  </a:cubicBezTo>
                  <a:cubicBezTo>
                    <a:pt x="411793" y="186465"/>
                    <a:pt x="411793" y="204905"/>
                    <a:pt x="422874" y="223345"/>
                  </a:cubicBezTo>
                  <a:cubicBezTo>
                    <a:pt x="432107" y="241784"/>
                    <a:pt x="428414" y="256536"/>
                    <a:pt x="409947" y="265756"/>
                  </a:cubicBezTo>
                  <a:cubicBezTo>
                    <a:pt x="393326" y="276820"/>
                    <a:pt x="384093" y="293416"/>
                    <a:pt x="384093" y="313699"/>
                  </a:cubicBezTo>
                  <a:cubicBezTo>
                    <a:pt x="382246" y="335827"/>
                    <a:pt x="373013" y="345047"/>
                    <a:pt x="350852" y="346891"/>
                  </a:cubicBezTo>
                  <a:cubicBezTo>
                    <a:pt x="330538" y="346891"/>
                    <a:pt x="313918" y="356111"/>
                    <a:pt x="302838" y="372706"/>
                  </a:cubicBezTo>
                  <a:cubicBezTo>
                    <a:pt x="293604" y="391146"/>
                    <a:pt x="278831" y="394834"/>
                    <a:pt x="260364" y="385614"/>
                  </a:cubicBezTo>
                  <a:cubicBezTo>
                    <a:pt x="241897" y="374550"/>
                    <a:pt x="223429" y="374550"/>
                    <a:pt x="204962" y="385614"/>
                  </a:cubicBezTo>
                  <a:cubicBezTo>
                    <a:pt x="186495" y="394834"/>
                    <a:pt x="171722" y="391146"/>
                    <a:pt x="160641" y="372706"/>
                  </a:cubicBezTo>
                  <a:cubicBezTo>
                    <a:pt x="151408" y="356111"/>
                    <a:pt x="134787" y="346891"/>
                    <a:pt x="114474" y="346891"/>
                  </a:cubicBezTo>
                  <a:cubicBezTo>
                    <a:pt x="92313" y="345047"/>
                    <a:pt x="81233" y="335827"/>
                    <a:pt x="81233" y="313699"/>
                  </a:cubicBezTo>
                  <a:cubicBezTo>
                    <a:pt x="81233" y="293416"/>
                    <a:pt x="71999" y="276820"/>
                    <a:pt x="53532" y="265756"/>
                  </a:cubicBezTo>
                  <a:cubicBezTo>
                    <a:pt x="36912" y="256536"/>
                    <a:pt x="31372" y="241784"/>
                    <a:pt x="42452" y="223345"/>
                  </a:cubicBezTo>
                  <a:cubicBezTo>
                    <a:pt x="53532" y="204905"/>
                    <a:pt x="53532" y="186465"/>
                    <a:pt x="42452" y="168025"/>
                  </a:cubicBezTo>
                  <a:cubicBezTo>
                    <a:pt x="31372" y="149586"/>
                    <a:pt x="36912" y="134834"/>
                    <a:pt x="53532" y="123770"/>
                  </a:cubicBezTo>
                  <a:cubicBezTo>
                    <a:pt x="71999" y="114550"/>
                    <a:pt x="81233" y="97954"/>
                    <a:pt x="81233" y="77671"/>
                  </a:cubicBezTo>
                  <a:cubicBezTo>
                    <a:pt x="81233" y="55543"/>
                    <a:pt x="92313" y="44479"/>
                    <a:pt x="114474" y="44479"/>
                  </a:cubicBezTo>
                  <a:cubicBezTo>
                    <a:pt x="134787" y="44479"/>
                    <a:pt x="151408" y="35259"/>
                    <a:pt x="160641" y="16820"/>
                  </a:cubicBezTo>
                  <a:cubicBezTo>
                    <a:pt x="166182" y="8522"/>
                    <a:pt x="172645" y="2990"/>
                    <a:pt x="180032" y="916"/>
                  </a:cubicBez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0" name="图形 4" descr="原子 纯色填充">
              <a:extLst>
                <a:ext uri="{FF2B5EF4-FFF2-40B4-BE49-F238E27FC236}">
                  <a16:creationId xmlns:a16="http://schemas.microsoft.com/office/drawing/2014/main" id="{D3FC0F7C-F83F-4288-B183-E4E61FD42F95}"/>
                </a:ext>
              </a:extLst>
            </p:cNvPr>
            <p:cNvSpPr/>
            <p:nvPr/>
          </p:nvSpPr>
          <p:spPr>
            <a:xfrm>
              <a:off x="1460789" y="3903442"/>
              <a:ext cx="499473" cy="617689"/>
            </a:xfrm>
            <a:custGeom>
              <a:avLst/>
              <a:gdLst>
                <a:gd name="connsiteX0" fmla="*/ 376707 w 465255"/>
                <a:gd name="connsiteY0" fmla="*/ 359911 h 575372"/>
                <a:gd name="connsiteX1" fmla="*/ 465255 w 465255"/>
                <a:gd name="connsiteY1" fmla="*/ 521967 h 575372"/>
                <a:gd name="connsiteX2" fmla="*/ 396999 w 465255"/>
                <a:gd name="connsiteY2" fmla="*/ 512759 h 575372"/>
                <a:gd name="connsiteX3" fmla="*/ 373018 w 465255"/>
                <a:gd name="connsiteY3" fmla="*/ 575372 h 575372"/>
                <a:gd name="connsiteX4" fmla="*/ 275246 w 465255"/>
                <a:gd name="connsiteY4" fmla="*/ 407791 h 575372"/>
                <a:gd name="connsiteX5" fmla="*/ 312141 w 465255"/>
                <a:gd name="connsiteY5" fmla="*/ 393059 h 575372"/>
                <a:gd name="connsiteX6" fmla="*/ 376707 w 465255"/>
                <a:gd name="connsiteY6" fmla="*/ 359911 h 575372"/>
                <a:gd name="connsiteX7" fmla="*/ 86735 w 465255"/>
                <a:gd name="connsiteY7" fmla="*/ 352512 h 575372"/>
                <a:gd name="connsiteX8" fmla="*/ 112571 w 465255"/>
                <a:gd name="connsiteY8" fmla="*/ 363570 h 575372"/>
                <a:gd name="connsiteX9" fmla="*/ 188233 w 465255"/>
                <a:gd name="connsiteY9" fmla="*/ 405957 h 575372"/>
                <a:gd name="connsiteX10" fmla="*/ 107034 w 465255"/>
                <a:gd name="connsiteY10" fmla="*/ 571821 h 575372"/>
                <a:gd name="connsiteX11" fmla="*/ 70126 w 465255"/>
                <a:gd name="connsiteY11" fmla="*/ 514690 h 575372"/>
                <a:gd name="connsiteX12" fmla="*/ 0 w 465255"/>
                <a:gd name="connsiteY12" fmla="*/ 522062 h 575372"/>
                <a:gd name="connsiteX13" fmla="*/ 232628 w 465255"/>
                <a:gd name="connsiteY13" fmla="*/ 121956 h 575372"/>
                <a:gd name="connsiteX14" fmla="*/ 256629 w 465255"/>
                <a:gd name="connsiteY14" fmla="*/ 169858 h 575372"/>
                <a:gd name="connsiteX15" fmla="*/ 310170 w 465255"/>
                <a:gd name="connsiteY15" fmla="*/ 177227 h 575372"/>
                <a:gd name="connsiteX16" fmla="*/ 271399 w 465255"/>
                <a:gd name="connsiteY16" fmla="*/ 215917 h 575372"/>
                <a:gd name="connsiteX17" fmla="*/ 280630 w 465255"/>
                <a:gd name="connsiteY17" fmla="*/ 269346 h 575372"/>
                <a:gd name="connsiteX18" fmla="*/ 232628 w 465255"/>
                <a:gd name="connsiteY18" fmla="*/ 243553 h 575372"/>
                <a:gd name="connsiteX19" fmla="*/ 184625 w 465255"/>
                <a:gd name="connsiteY19" fmla="*/ 269346 h 575372"/>
                <a:gd name="connsiteX20" fmla="*/ 193856 w 465255"/>
                <a:gd name="connsiteY20" fmla="*/ 215917 h 575372"/>
                <a:gd name="connsiteX21" fmla="*/ 155085 w 465255"/>
                <a:gd name="connsiteY21" fmla="*/ 177227 h 575372"/>
                <a:gd name="connsiteX22" fmla="*/ 208626 w 465255"/>
                <a:gd name="connsiteY22" fmla="*/ 169858 h 575372"/>
                <a:gd name="connsiteX23" fmla="*/ 232663 w 465255"/>
                <a:gd name="connsiteY23" fmla="*/ 81359 h 575372"/>
                <a:gd name="connsiteX24" fmla="*/ 118167 w 465255"/>
                <a:gd name="connsiteY24" fmla="*/ 195685 h 575372"/>
                <a:gd name="connsiteX25" fmla="*/ 232663 w 465255"/>
                <a:gd name="connsiteY25" fmla="*/ 310011 h 575372"/>
                <a:gd name="connsiteX26" fmla="*/ 347159 w 465255"/>
                <a:gd name="connsiteY26" fmla="*/ 195685 h 575372"/>
                <a:gd name="connsiteX27" fmla="*/ 232663 w 465255"/>
                <a:gd name="connsiteY27" fmla="*/ 81359 h 575372"/>
                <a:gd name="connsiteX28" fmla="*/ 180032 w 465255"/>
                <a:gd name="connsiteY28" fmla="*/ 916 h 575372"/>
                <a:gd name="connsiteX29" fmla="*/ 204962 w 465255"/>
                <a:gd name="connsiteY29" fmla="*/ 5756 h 575372"/>
                <a:gd name="connsiteX30" fmla="*/ 260364 w 465255"/>
                <a:gd name="connsiteY30" fmla="*/ 5756 h 575372"/>
                <a:gd name="connsiteX31" fmla="*/ 302838 w 465255"/>
                <a:gd name="connsiteY31" fmla="*/ 16820 h 575372"/>
                <a:gd name="connsiteX32" fmla="*/ 350852 w 465255"/>
                <a:gd name="connsiteY32" fmla="*/ 44479 h 575372"/>
                <a:gd name="connsiteX33" fmla="*/ 384093 w 465255"/>
                <a:gd name="connsiteY33" fmla="*/ 77671 h 575372"/>
                <a:gd name="connsiteX34" fmla="*/ 409947 w 465255"/>
                <a:gd name="connsiteY34" fmla="*/ 123770 h 575372"/>
                <a:gd name="connsiteX35" fmla="*/ 422874 w 465255"/>
                <a:gd name="connsiteY35" fmla="*/ 168025 h 575372"/>
                <a:gd name="connsiteX36" fmla="*/ 422874 w 465255"/>
                <a:gd name="connsiteY36" fmla="*/ 223345 h 575372"/>
                <a:gd name="connsiteX37" fmla="*/ 409947 w 465255"/>
                <a:gd name="connsiteY37" fmla="*/ 265756 h 575372"/>
                <a:gd name="connsiteX38" fmla="*/ 384093 w 465255"/>
                <a:gd name="connsiteY38" fmla="*/ 313699 h 575372"/>
                <a:gd name="connsiteX39" fmla="*/ 350852 w 465255"/>
                <a:gd name="connsiteY39" fmla="*/ 346891 h 575372"/>
                <a:gd name="connsiteX40" fmla="*/ 302838 w 465255"/>
                <a:gd name="connsiteY40" fmla="*/ 372706 h 575372"/>
                <a:gd name="connsiteX41" fmla="*/ 260364 w 465255"/>
                <a:gd name="connsiteY41" fmla="*/ 385614 h 575372"/>
                <a:gd name="connsiteX42" fmla="*/ 204962 w 465255"/>
                <a:gd name="connsiteY42" fmla="*/ 385614 h 575372"/>
                <a:gd name="connsiteX43" fmla="*/ 160641 w 465255"/>
                <a:gd name="connsiteY43" fmla="*/ 372706 h 575372"/>
                <a:gd name="connsiteX44" fmla="*/ 114474 w 465255"/>
                <a:gd name="connsiteY44" fmla="*/ 346891 h 575372"/>
                <a:gd name="connsiteX45" fmla="*/ 81233 w 465255"/>
                <a:gd name="connsiteY45" fmla="*/ 313699 h 575372"/>
                <a:gd name="connsiteX46" fmla="*/ 53532 w 465255"/>
                <a:gd name="connsiteY46" fmla="*/ 265756 h 575372"/>
                <a:gd name="connsiteX47" fmla="*/ 42452 w 465255"/>
                <a:gd name="connsiteY47" fmla="*/ 223345 h 575372"/>
                <a:gd name="connsiteX48" fmla="*/ 42452 w 465255"/>
                <a:gd name="connsiteY48" fmla="*/ 168025 h 575372"/>
                <a:gd name="connsiteX49" fmla="*/ 53532 w 465255"/>
                <a:gd name="connsiteY49" fmla="*/ 123770 h 575372"/>
                <a:gd name="connsiteX50" fmla="*/ 81233 w 465255"/>
                <a:gd name="connsiteY50" fmla="*/ 77671 h 575372"/>
                <a:gd name="connsiteX51" fmla="*/ 114474 w 465255"/>
                <a:gd name="connsiteY51" fmla="*/ 44479 h 575372"/>
                <a:gd name="connsiteX52" fmla="*/ 160641 w 465255"/>
                <a:gd name="connsiteY52" fmla="*/ 16820 h 575372"/>
                <a:gd name="connsiteX53" fmla="*/ 180032 w 465255"/>
                <a:gd name="connsiteY53" fmla="*/ 916 h 57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65255" h="575372">
                  <a:moveTo>
                    <a:pt x="376707" y="359911"/>
                  </a:moveTo>
                  <a:lnTo>
                    <a:pt x="465255" y="521967"/>
                  </a:lnTo>
                  <a:lnTo>
                    <a:pt x="396999" y="512759"/>
                  </a:lnTo>
                  <a:lnTo>
                    <a:pt x="373018" y="575372"/>
                  </a:lnTo>
                  <a:lnTo>
                    <a:pt x="275246" y="407791"/>
                  </a:lnTo>
                  <a:cubicBezTo>
                    <a:pt x="275246" y="407791"/>
                    <a:pt x="295538" y="411474"/>
                    <a:pt x="312141" y="393059"/>
                  </a:cubicBezTo>
                  <a:cubicBezTo>
                    <a:pt x="326899" y="382010"/>
                    <a:pt x="313986" y="365436"/>
                    <a:pt x="376707" y="359911"/>
                  </a:cubicBezTo>
                  <a:close/>
                  <a:moveTo>
                    <a:pt x="86735" y="352512"/>
                  </a:moveTo>
                  <a:cubicBezTo>
                    <a:pt x="86735" y="352512"/>
                    <a:pt x="90426" y="363570"/>
                    <a:pt x="112571" y="363570"/>
                  </a:cubicBezTo>
                  <a:cubicBezTo>
                    <a:pt x="162397" y="363570"/>
                    <a:pt x="145788" y="405957"/>
                    <a:pt x="188233" y="405957"/>
                  </a:cubicBezTo>
                  <a:cubicBezTo>
                    <a:pt x="188233" y="405957"/>
                    <a:pt x="107034" y="571821"/>
                    <a:pt x="107034" y="571821"/>
                  </a:cubicBezTo>
                  <a:lnTo>
                    <a:pt x="70126" y="514690"/>
                  </a:lnTo>
                  <a:lnTo>
                    <a:pt x="0" y="522062"/>
                  </a:lnTo>
                  <a:close/>
                  <a:moveTo>
                    <a:pt x="232628" y="121956"/>
                  </a:moveTo>
                  <a:lnTo>
                    <a:pt x="256629" y="169858"/>
                  </a:lnTo>
                  <a:lnTo>
                    <a:pt x="310170" y="177227"/>
                  </a:lnTo>
                  <a:lnTo>
                    <a:pt x="271399" y="215917"/>
                  </a:lnTo>
                  <a:lnTo>
                    <a:pt x="280630" y="269346"/>
                  </a:lnTo>
                  <a:lnTo>
                    <a:pt x="232628" y="243553"/>
                  </a:lnTo>
                  <a:lnTo>
                    <a:pt x="184625" y="269346"/>
                  </a:lnTo>
                  <a:lnTo>
                    <a:pt x="193856" y="215917"/>
                  </a:lnTo>
                  <a:lnTo>
                    <a:pt x="155085" y="177227"/>
                  </a:lnTo>
                  <a:lnTo>
                    <a:pt x="208626" y="169858"/>
                  </a:lnTo>
                  <a:close/>
                  <a:moveTo>
                    <a:pt x="232663" y="81359"/>
                  </a:moveTo>
                  <a:cubicBezTo>
                    <a:pt x="168028" y="81359"/>
                    <a:pt x="118167" y="131146"/>
                    <a:pt x="118167" y="195685"/>
                  </a:cubicBezTo>
                  <a:cubicBezTo>
                    <a:pt x="118167" y="258380"/>
                    <a:pt x="168028" y="310011"/>
                    <a:pt x="232663" y="310011"/>
                  </a:cubicBezTo>
                  <a:cubicBezTo>
                    <a:pt x="295451" y="310011"/>
                    <a:pt x="347159" y="258380"/>
                    <a:pt x="347159" y="195685"/>
                  </a:cubicBezTo>
                  <a:cubicBezTo>
                    <a:pt x="347159" y="131146"/>
                    <a:pt x="295451" y="81359"/>
                    <a:pt x="232663" y="81359"/>
                  </a:cubicBezTo>
                  <a:close/>
                  <a:moveTo>
                    <a:pt x="180032" y="916"/>
                  </a:moveTo>
                  <a:cubicBezTo>
                    <a:pt x="187419" y="-1159"/>
                    <a:pt x="195729" y="224"/>
                    <a:pt x="204962" y="5756"/>
                  </a:cubicBezTo>
                  <a:cubicBezTo>
                    <a:pt x="223429" y="16820"/>
                    <a:pt x="241897" y="16820"/>
                    <a:pt x="260364" y="5756"/>
                  </a:cubicBezTo>
                  <a:cubicBezTo>
                    <a:pt x="278831" y="-5308"/>
                    <a:pt x="293604" y="224"/>
                    <a:pt x="302838" y="16820"/>
                  </a:cubicBezTo>
                  <a:cubicBezTo>
                    <a:pt x="313918" y="35259"/>
                    <a:pt x="330538" y="44479"/>
                    <a:pt x="350852" y="44479"/>
                  </a:cubicBezTo>
                  <a:cubicBezTo>
                    <a:pt x="373013" y="44479"/>
                    <a:pt x="382246" y="55543"/>
                    <a:pt x="384093" y="77671"/>
                  </a:cubicBezTo>
                  <a:cubicBezTo>
                    <a:pt x="384093" y="97954"/>
                    <a:pt x="393326" y="114550"/>
                    <a:pt x="409947" y="123770"/>
                  </a:cubicBezTo>
                  <a:cubicBezTo>
                    <a:pt x="428414" y="134834"/>
                    <a:pt x="432107" y="149586"/>
                    <a:pt x="422874" y="168025"/>
                  </a:cubicBezTo>
                  <a:cubicBezTo>
                    <a:pt x="411793" y="186465"/>
                    <a:pt x="411793" y="204905"/>
                    <a:pt x="422874" y="223345"/>
                  </a:cubicBezTo>
                  <a:cubicBezTo>
                    <a:pt x="432107" y="241784"/>
                    <a:pt x="428414" y="256536"/>
                    <a:pt x="409947" y="265756"/>
                  </a:cubicBezTo>
                  <a:cubicBezTo>
                    <a:pt x="393326" y="276820"/>
                    <a:pt x="384093" y="293416"/>
                    <a:pt x="384093" y="313699"/>
                  </a:cubicBezTo>
                  <a:cubicBezTo>
                    <a:pt x="382246" y="335827"/>
                    <a:pt x="373013" y="345047"/>
                    <a:pt x="350852" y="346891"/>
                  </a:cubicBezTo>
                  <a:cubicBezTo>
                    <a:pt x="330538" y="346891"/>
                    <a:pt x="313918" y="356111"/>
                    <a:pt x="302838" y="372706"/>
                  </a:cubicBezTo>
                  <a:cubicBezTo>
                    <a:pt x="293604" y="391146"/>
                    <a:pt x="278831" y="394834"/>
                    <a:pt x="260364" y="385614"/>
                  </a:cubicBezTo>
                  <a:cubicBezTo>
                    <a:pt x="241897" y="374550"/>
                    <a:pt x="223429" y="374550"/>
                    <a:pt x="204962" y="385614"/>
                  </a:cubicBezTo>
                  <a:cubicBezTo>
                    <a:pt x="186495" y="394834"/>
                    <a:pt x="171722" y="391146"/>
                    <a:pt x="160641" y="372706"/>
                  </a:cubicBezTo>
                  <a:cubicBezTo>
                    <a:pt x="151408" y="356111"/>
                    <a:pt x="134787" y="346891"/>
                    <a:pt x="114474" y="346891"/>
                  </a:cubicBezTo>
                  <a:cubicBezTo>
                    <a:pt x="92313" y="345047"/>
                    <a:pt x="81233" y="335827"/>
                    <a:pt x="81233" y="313699"/>
                  </a:cubicBezTo>
                  <a:cubicBezTo>
                    <a:pt x="81233" y="293416"/>
                    <a:pt x="71999" y="276820"/>
                    <a:pt x="53532" y="265756"/>
                  </a:cubicBezTo>
                  <a:cubicBezTo>
                    <a:pt x="36912" y="256536"/>
                    <a:pt x="31372" y="241784"/>
                    <a:pt x="42452" y="223345"/>
                  </a:cubicBezTo>
                  <a:cubicBezTo>
                    <a:pt x="53532" y="204905"/>
                    <a:pt x="53532" y="186465"/>
                    <a:pt x="42452" y="168025"/>
                  </a:cubicBezTo>
                  <a:cubicBezTo>
                    <a:pt x="31372" y="149586"/>
                    <a:pt x="36912" y="134834"/>
                    <a:pt x="53532" y="123770"/>
                  </a:cubicBezTo>
                  <a:cubicBezTo>
                    <a:pt x="71999" y="114550"/>
                    <a:pt x="81233" y="97954"/>
                    <a:pt x="81233" y="77671"/>
                  </a:cubicBezTo>
                  <a:cubicBezTo>
                    <a:pt x="81233" y="55543"/>
                    <a:pt x="92313" y="44479"/>
                    <a:pt x="114474" y="44479"/>
                  </a:cubicBezTo>
                  <a:cubicBezTo>
                    <a:pt x="134787" y="44479"/>
                    <a:pt x="151408" y="35259"/>
                    <a:pt x="160641" y="16820"/>
                  </a:cubicBezTo>
                  <a:cubicBezTo>
                    <a:pt x="166182" y="8522"/>
                    <a:pt x="172645" y="2990"/>
                    <a:pt x="180032" y="916"/>
                  </a:cubicBez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AEC7F3D2-0B40-4DAE-943F-B0E64C1EEC4E}"/>
              </a:ext>
            </a:extLst>
          </p:cNvPr>
          <p:cNvSpPr txBox="1"/>
          <p:nvPr/>
        </p:nvSpPr>
        <p:spPr>
          <a:xfrm>
            <a:off x="1094958" y="2943143"/>
            <a:ext cx="21156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75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F85F844D-3FEA-48B6-AE03-3CCDEE71DAD5}"/>
              </a:ext>
            </a:extLst>
          </p:cNvPr>
          <p:cNvSpPr/>
          <p:nvPr/>
        </p:nvSpPr>
        <p:spPr>
          <a:xfrm>
            <a:off x="5835777" y="2031961"/>
            <a:ext cx="721643" cy="721642"/>
          </a:xfrm>
          <a:prstGeom prst="ellipse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34" name="Group 20">
            <a:extLst>
              <a:ext uri="{FF2B5EF4-FFF2-40B4-BE49-F238E27FC236}">
                <a16:creationId xmlns:a16="http://schemas.microsoft.com/office/drawing/2014/main" id="{2727E16F-4BC7-4E9A-B275-54DA5D13B641}"/>
              </a:ext>
            </a:extLst>
          </p:cNvPr>
          <p:cNvGrpSpPr/>
          <p:nvPr/>
        </p:nvGrpSpPr>
        <p:grpSpPr>
          <a:xfrm>
            <a:off x="5989869" y="2180410"/>
            <a:ext cx="413463" cy="412834"/>
            <a:chOff x="1401682" y="3903908"/>
            <a:chExt cx="617689" cy="616755"/>
          </a:xfrm>
          <a:solidFill>
            <a:schemeClr val="bg1"/>
          </a:solidFill>
        </p:grpSpPr>
        <p:sp>
          <p:nvSpPr>
            <p:cNvPr id="35" name="图形 4" descr="原子 纯色填充">
              <a:extLst>
                <a:ext uri="{FF2B5EF4-FFF2-40B4-BE49-F238E27FC236}">
                  <a16:creationId xmlns:a16="http://schemas.microsoft.com/office/drawing/2014/main" id="{6A89F82B-40D6-4AF7-800D-48BD2CB22021}"/>
                </a:ext>
              </a:extLst>
            </p:cNvPr>
            <p:cNvSpPr/>
            <p:nvPr/>
          </p:nvSpPr>
          <p:spPr>
            <a:xfrm>
              <a:off x="1661842" y="4166029"/>
              <a:ext cx="92653" cy="92513"/>
            </a:xfrm>
            <a:custGeom>
              <a:avLst/>
              <a:gdLst>
                <a:gd name="T0" fmla="*/ 6367 w 6638"/>
                <a:gd name="T1" fmla="*/ 3048 h 6638"/>
                <a:gd name="T2" fmla="*/ 5653 w 6638"/>
                <a:gd name="T3" fmla="*/ 3048 h 6638"/>
                <a:gd name="T4" fmla="*/ 3590 w 6638"/>
                <a:gd name="T5" fmla="*/ 1006 h 6638"/>
                <a:gd name="T6" fmla="*/ 3590 w 6638"/>
                <a:gd name="T7" fmla="*/ 271 h 6638"/>
                <a:gd name="T8" fmla="*/ 3319 w 6638"/>
                <a:gd name="T9" fmla="*/ 0 h 6638"/>
                <a:gd name="T10" fmla="*/ 3048 w 6638"/>
                <a:gd name="T11" fmla="*/ 271 h 6638"/>
                <a:gd name="T12" fmla="*/ 3048 w 6638"/>
                <a:gd name="T13" fmla="*/ 1004 h 6638"/>
                <a:gd name="T14" fmla="*/ 966 w 6638"/>
                <a:gd name="T15" fmla="*/ 3048 h 6638"/>
                <a:gd name="T16" fmla="*/ 271 w 6638"/>
                <a:gd name="T17" fmla="*/ 3048 h 6638"/>
                <a:gd name="T18" fmla="*/ 0 w 6638"/>
                <a:gd name="T19" fmla="*/ 3319 h 6638"/>
                <a:gd name="T20" fmla="*/ 271 w 6638"/>
                <a:gd name="T21" fmla="*/ 3590 h 6638"/>
                <a:gd name="T22" fmla="*/ 963 w 6638"/>
                <a:gd name="T23" fmla="*/ 3590 h 6638"/>
                <a:gd name="T24" fmla="*/ 3048 w 6638"/>
                <a:gd name="T25" fmla="*/ 5663 h 6638"/>
                <a:gd name="T26" fmla="*/ 3048 w 6638"/>
                <a:gd name="T27" fmla="*/ 6367 h 6638"/>
                <a:gd name="T28" fmla="*/ 3319 w 6638"/>
                <a:gd name="T29" fmla="*/ 6638 h 6638"/>
                <a:gd name="T30" fmla="*/ 3590 w 6638"/>
                <a:gd name="T31" fmla="*/ 6367 h 6638"/>
                <a:gd name="T32" fmla="*/ 3590 w 6638"/>
                <a:gd name="T33" fmla="*/ 5660 h 6638"/>
                <a:gd name="T34" fmla="*/ 5657 w 6638"/>
                <a:gd name="T35" fmla="*/ 3590 h 6638"/>
                <a:gd name="T36" fmla="*/ 6367 w 6638"/>
                <a:gd name="T37" fmla="*/ 3590 h 6638"/>
                <a:gd name="T38" fmla="*/ 6638 w 6638"/>
                <a:gd name="T39" fmla="*/ 3319 h 6638"/>
                <a:gd name="T40" fmla="*/ 6367 w 6638"/>
                <a:gd name="T41" fmla="*/ 3048 h 6638"/>
                <a:gd name="T42" fmla="*/ 3590 w 6638"/>
                <a:gd name="T43" fmla="*/ 5112 h 6638"/>
                <a:gd name="T44" fmla="*/ 3590 w 6638"/>
                <a:gd name="T45" fmla="*/ 4218 h 6638"/>
                <a:gd name="T46" fmla="*/ 3319 w 6638"/>
                <a:gd name="T47" fmla="*/ 3947 h 6638"/>
                <a:gd name="T48" fmla="*/ 3048 w 6638"/>
                <a:gd name="T49" fmla="*/ 4218 h 6638"/>
                <a:gd name="T50" fmla="*/ 3048 w 6638"/>
                <a:gd name="T51" fmla="*/ 5115 h 6638"/>
                <a:gd name="T52" fmla="*/ 1511 w 6638"/>
                <a:gd name="T53" fmla="*/ 3590 h 6638"/>
                <a:gd name="T54" fmla="*/ 2420 w 6638"/>
                <a:gd name="T55" fmla="*/ 3590 h 6638"/>
                <a:gd name="T56" fmla="*/ 2691 w 6638"/>
                <a:gd name="T57" fmla="*/ 3319 h 6638"/>
                <a:gd name="T58" fmla="*/ 2420 w 6638"/>
                <a:gd name="T59" fmla="*/ 3048 h 6638"/>
                <a:gd name="T60" fmla="*/ 1515 w 6638"/>
                <a:gd name="T61" fmla="*/ 3048 h 6638"/>
                <a:gd name="T62" fmla="*/ 3048 w 6638"/>
                <a:gd name="T63" fmla="*/ 1552 h 6638"/>
                <a:gd name="T64" fmla="*/ 3048 w 6638"/>
                <a:gd name="T65" fmla="*/ 2420 h 6638"/>
                <a:gd name="T66" fmla="*/ 3319 w 6638"/>
                <a:gd name="T67" fmla="*/ 2691 h 6638"/>
                <a:gd name="T68" fmla="*/ 3590 w 6638"/>
                <a:gd name="T69" fmla="*/ 2420 h 6638"/>
                <a:gd name="T70" fmla="*/ 3590 w 6638"/>
                <a:gd name="T71" fmla="*/ 1555 h 6638"/>
                <a:gd name="T72" fmla="*/ 5104 w 6638"/>
                <a:gd name="T73" fmla="*/ 3048 h 6638"/>
                <a:gd name="T74" fmla="*/ 4218 w 6638"/>
                <a:gd name="T75" fmla="*/ 3048 h 6638"/>
                <a:gd name="T76" fmla="*/ 3947 w 6638"/>
                <a:gd name="T77" fmla="*/ 3319 h 6638"/>
                <a:gd name="T78" fmla="*/ 4218 w 6638"/>
                <a:gd name="T79" fmla="*/ 3590 h 6638"/>
                <a:gd name="T80" fmla="*/ 5109 w 6638"/>
                <a:gd name="T81" fmla="*/ 3590 h 6638"/>
                <a:gd name="T82" fmla="*/ 3590 w 6638"/>
                <a:gd name="T83" fmla="*/ 5112 h 6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38" h="6638">
                  <a:moveTo>
                    <a:pt x="6367" y="3048"/>
                  </a:moveTo>
                  <a:lnTo>
                    <a:pt x="5653" y="3048"/>
                  </a:lnTo>
                  <a:cubicBezTo>
                    <a:pt x="5522" y="1981"/>
                    <a:pt x="4666" y="1133"/>
                    <a:pt x="3590" y="1006"/>
                  </a:cubicBezTo>
                  <a:lnTo>
                    <a:pt x="3590" y="271"/>
                  </a:lnTo>
                  <a:cubicBezTo>
                    <a:pt x="3590" y="121"/>
                    <a:pt x="3469" y="0"/>
                    <a:pt x="3319" y="0"/>
                  </a:cubicBezTo>
                  <a:cubicBezTo>
                    <a:pt x="3169" y="0"/>
                    <a:pt x="3048" y="121"/>
                    <a:pt x="3048" y="271"/>
                  </a:cubicBezTo>
                  <a:lnTo>
                    <a:pt x="3048" y="1004"/>
                  </a:lnTo>
                  <a:cubicBezTo>
                    <a:pt x="1963" y="1123"/>
                    <a:pt x="1098" y="1975"/>
                    <a:pt x="966" y="3048"/>
                  </a:cubicBezTo>
                  <a:lnTo>
                    <a:pt x="271" y="3048"/>
                  </a:lnTo>
                  <a:cubicBezTo>
                    <a:pt x="121" y="3048"/>
                    <a:pt x="0" y="3169"/>
                    <a:pt x="0" y="3319"/>
                  </a:cubicBezTo>
                  <a:cubicBezTo>
                    <a:pt x="0" y="3469"/>
                    <a:pt x="121" y="3590"/>
                    <a:pt x="271" y="3590"/>
                  </a:cubicBezTo>
                  <a:lnTo>
                    <a:pt x="963" y="3590"/>
                  </a:lnTo>
                  <a:cubicBezTo>
                    <a:pt x="1082" y="4677"/>
                    <a:pt x="1954" y="5542"/>
                    <a:pt x="3048" y="5663"/>
                  </a:cubicBezTo>
                  <a:lnTo>
                    <a:pt x="3048" y="6367"/>
                  </a:lnTo>
                  <a:cubicBezTo>
                    <a:pt x="3048" y="6517"/>
                    <a:pt x="3169" y="6638"/>
                    <a:pt x="3319" y="6638"/>
                  </a:cubicBezTo>
                  <a:cubicBezTo>
                    <a:pt x="3469" y="6638"/>
                    <a:pt x="3590" y="6517"/>
                    <a:pt x="3590" y="6367"/>
                  </a:cubicBezTo>
                  <a:lnTo>
                    <a:pt x="3590" y="5660"/>
                  </a:lnTo>
                  <a:cubicBezTo>
                    <a:pt x="4676" y="5532"/>
                    <a:pt x="5537" y="4671"/>
                    <a:pt x="5657" y="3590"/>
                  </a:cubicBezTo>
                  <a:lnTo>
                    <a:pt x="6367" y="3590"/>
                  </a:lnTo>
                  <a:cubicBezTo>
                    <a:pt x="6517" y="3590"/>
                    <a:pt x="6638" y="3469"/>
                    <a:pt x="6638" y="3319"/>
                  </a:cubicBezTo>
                  <a:cubicBezTo>
                    <a:pt x="6638" y="3169"/>
                    <a:pt x="6517" y="3048"/>
                    <a:pt x="6367" y="3048"/>
                  </a:cubicBezTo>
                  <a:close/>
                  <a:moveTo>
                    <a:pt x="3590" y="5112"/>
                  </a:moveTo>
                  <a:lnTo>
                    <a:pt x="3590" y="4218"/>
                  </a:lnTo>
                  <a:cubicBezTo>
                    <a:pt x="3590" y="4069"/>
                    <a:pt x="3469" y="3947"/>
                    <a:pt x="3319" y="3947"/>
                  </a:cubicBezTo>
                  <a:cubicBezTo>
                    <a:pt x="3169" y="3947"/>
                    <a:pt x="3048" y="4069"/>
                    <a:pt x="3048" y="4218"/>
                  </a:cubicBezTo>
                  <a:lnTo>
                    <a:pt x="3048" y="5115"/>
                  </a:lnTo>
                  <a:cubicBezTo>
                    <a:pt x="2253" y="5001"/>
                    <a:pt x="1625" y="4377"/>
                    <a:pt x="1511" y="3590"/>
                  </a:cubicBezTo>
                  <a:lnTo>
                    <a:pt x="2420" y="3590"/>
                  </a:lnTo>
                  <a:cubicBezTo>
                    <a:pt x="2570" y="3590"/>
                    <a:pt x="2691" y="3469"/>
                    <a:pt x="2691" y="3319"/>
                  </a:cubicBezTo>
                  <a:cubicBezTo>
                    <a:pt x="2691" y="3170"/>
                    <a:pt x="2570" y="3048"/>
                    <a:pt x="2420" y="3048"/>
                  </a:cubicBezTo>
                  <a:lnTo>
                    <a:pt x="1515" y="3048"/>
                  </a:lnTo>
                  <a:cubicBezTo>
                    <a:pt x="1640" y="2274"/>
                    <a:pt x="2263" y="1665"/>
                    <a:pt x="3048" y="1552"/>
                  </a:cubicBezTo>
                  <a:lnTo>
                    <a:pt x="3048" y="2420"/>
                  </a:lnTo>
                  <a:cubicBezTo>
                    <a:pt x="3048" y="2570"/>
                    <a:pt x="3170" y="2691"/>
                    <a:pt x="3319" y="2691"/>
                  </a:cubicBezTo>
                  <a:cubicBezTo>
                    <a:pt x="3469" y="2691"/>
                    <a:pt x="3590" y="2570"/>
                    <a:pt x="3590" y="2420"/>
                  </a:cubicBezTo>
                  <a:lnTo>
                    <a:pt x="3590" y="1555"/>
                  </a:lnTo>
                  <a:cubicBezTo>
                    <a:pt x="4366" y="1675"/>
                    <a:pt x="4980" y="2280"/>
                    <a:pt x="5104" y="3048"/>
                  </a:cubicBezTo>
                  <a:lnTo>
                    <a:pt x="4218" y="3048"/>
                  </a:lnTo>
                  <a:cubicBezTo>
                    <a:pt x="4068" y="3048"/>
                    <a:pt x="3947" y="3170"/>
                    <a:pt x="3947" y="3319"/>
                  </a:cubicBezTo>
                  <a:cubicBezTo>
                    <a:pt x="3947" y="3469"/>
                    <a:pt x="4068" y="3590"/>
                    <a:pt x="4218" y="3590"/>
                  </a:cubicBezTo>
                  <a:lnTo>
                    <a:pt x="5109" y="3590"/>
                  </a:lnTo>
                  <a:cubicBezTo>
                    <a:pt x="4995" y="4371"/>
                    <a:pt x="4376" y="4991"/>
                    <a:pt x="3590" y="5112"/>
                  </a:cubicBez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36" name="图形 4" descr="原子 纯色填充">
              <a:extLst>
                <a:ext uri="{FF2B5EF4-FFF2-40B4-BE49-F238E27FC236}">
                  <a16:creationId xmlns:a16="http://schemas.microsoft.com/office/drawing/2014/main" id="{A577496E-A91F-4729-BB86-AF10DE7E5A17}"/>
                </a:ext>
              </a:extLst>
            </p:cNvPr>
            <p:cNvSpPr/>
            <p:nvPr/>
          </p:nvSpPr>
          <p:spPr>
            <a:xfrm>
              <a:off x="1401682" y="3903908"/>
              <a:ext cx="617689" cy="616755"/>
            </a:xfrm>
            <a:custGeom>
              <a:avLst/>
              <a:gdLst>
                <a:gd name="T0" fmla="*/ 6367 w 6638"/>
                <a:gd name="T1" fmla="*/ 3048 h 6638"/>
                <a:gd name="T2" fmla="*/ 5653 w 6638"/>
                <a:gd name="T3" fmla="*/ 3048 h 6638"/>
                <a:gd name="T4" fmla="*/ 3590 w 6638"/>
                <a:gd name="T5" fmla="*/ 1006 h 6638"/>
                <a:gd name="T6" fmla="*/ 3590 w 6638"/>
                <a:gd name="T7" fmla="*/ 271 h 6638"/>
                <a:gd name="T8" fmla="*/ 3319 w 6638"/>
                <a:gd name="T9" fmla="*/ 0 h 6638"/>
                <a:gd name="T10" fmla="*/ 3048 w 6638"/>
                <a:gd name="T11" fmla="*/ 271 h 6638"/>
                <a:gd name="T12" fmla="*/ 3048 w 6638"/>
                <a:gd name="T13" fmla="*/ 1004 h 6638"/>
                <a:gd name="T14" fmla="*/ 966 w 6638"/>
                <a:gd name="T15" fmla="*/ 3048 h 6638"/>
                <a:gd name="T16" fmla="*/ 271 w 6638"/>
                <a:gd name="T17" fmla="*/ 3048 h 6638"/>
                <a:gd name="T18" fmla="*/ 0 w 6638"/>
                <a:gd name="T19" fmla="*/ 3319 h 6638"/>
                <a:gd name="T20" fmla="*/ 271 w 6638"/>
                <a:gd name="T21" fmla="*/ 3590 h 6638"/>
                <a:gd name="T22" fmla="*/ 963 w 6638"/>
                <a:gd name="T23" fmla="*/ 3590 h 6638"/>
                <a:gd name="T24" fmla="*/ 3048 w 6638"/>
                <a:gd name="T25" fmla="*/ 5663 h 6638"/>
                <a:gd name="T26" fmla="*/ 3048 w 6638"/>
                <a:gd name="T27" fmla="*/ 6367 h 6638"/>
                <a:gd name="T28" fmla="*/ 3319 w 6638"/>
                <a:gd name="T29" fmla="*/ 6638 h 6638"/>
                <a:gd name="T30" fmla="*/ 3590 w 6638"/>
                <a:gd name="T31" fmla="*/ 6367 h 6638"/>
                <a:gd name="T32" fmla="*/ 3590 w 6638"/>
                <a:gd name="T33" fmla="*/ 5660 h 6638"/>
                <a:gd name="T34" fmla="*/ 5657 w 6638"/>
                <a:gd name="T35" fmla="*/ 3590 h 6638"/>
                <a:gd name="T36" fmla="*/ 6367 w 6638"/>
                <a:gd name="T37" fmla="*/ 3590 h 6638"/>
                <a:gd name="T38" fmla="*/ 6638 w 6638"/>
                <a:gd name="T39" fmla="*/ 3319 h 6638"/>
                <a:gd name="T40" fmla="*/ 6367 w 6638"/>
                <a:gd name="T41" fmla="*/ 3048 h 6638"/>
                <a:gd name="T42" fmla="*/ 3590 w 6638"/>
                <a:gd name="T43" fmla="*/ 5112 h 6638"/>
                <a:gd name="T44" fmla="*/ 3590 w 6638"/>
                <a:gd name="T45" fmla="*/ 4218 h 6638"/>
                <a:gd name="T46" fmla="*/ 3319 w 6638"/>
                <a:gd name="T47" fmla="*/ 3947 h 6638"/>
                <a:gd name="T48" fmla="*/ 3048 w 6638"/>
                <a:gd name="T49" fmla="*/ 4218 h 6638"/>
                <a:gd name="T50" fmla="*/ 3048 w 6638"/>
                <a:gd name="T51" fmla="*/ 5115 h 6638"/>
                <a:gd name="T52" fmla="*/ 1511 w 6638"/>
                <a:gd name="T53" fmla="*/ 3590 h 6638"/>
                <a:gd name="T54" fmla="*/ 2420 w 6638"/>
                <a:gd name="T55" fmla="*/ 3590 h 6638"/>
                <a:gd name="T56" fmla="*/ 2691 w 6638"/>
                <a:gd name="T57" fmla="*/ 3319 h 6638"/>
                <a:gd name="T58" fmla="*/ 2420 w 6638"/>
                <a:gd name="T59" fmla="*/ 3048 h 6638"/>
                <a:gd name="T60" fmla="*/ 1515 w 6638"/>
                <a:gd name="T61" fmla="*/ 3048 h 6638"/>
                <a:gd name="T62" fmla="*/ 3048 w 6638"/>
                <a:gd name="T63" fmla="*/ 1552 h 6638"/>
                <a:gd name="T64" fmla="*/ 3048 w 6638"/>
                <a:gd name="T65" fmla="*/ 2420 h 6638"/>
                <a:gd name="T66" fmla="*/ 3319 w 6638"/>
                <a:gd name="T67" fmla="*/ 2691 h 6638"/>
                <a:gd name="T68" fmla="*/ 3590 w 6638"/>
                <a:gd name="T69" fmla="*/ 2420 h 6638"/>
                <a:gd name="T70" fmla="*/ 3590 w 6638"/>
                <a:gd name="T71" fmla="*/ 1555 h 6638"/>
                <a:gd name="T72" fmla="*/ 5104 w 6638"/>
                <a:gd name="T73" fmla="*/ 3048 h 6638"/>
                <a:gd name="T74" fmla="*/ 4218 w 6638"/>
                <a:gd name="T75" fmla="*/ 3048 h 6638"/>
                <a:gd name="T76" fmla="*/ 3947 w 6638"/>
                <a:gd name="T77" fmla="*/ 3319 h 6638"/>
                <a:gd name="T78" fmla="*/ 4218 w 6638"/>
                <a:gd name="T79" fmla="*/ 3590 h 6638"/>
                <a:gd name="T80" fmla="*/ 5109 w 6638"/>
                <a:gd name="T81" fmla="*/ 3590 h 6638"/>
                <a:gd name="T82" fmla="*/ 3590 w 6638"/>
                <a:gd name="T83" fmla="*/ 5112 h 6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38" h="6638">
                  <a:moveTo>
                    <a:pt x="6367" y="3048"/>
                  </a:moveTo>
                  <a:lnTo>
                    <a:pt x="5653" y="3048"/>
                  </a:lnTo>
                  <a:cubicBezTo>
                    <a:pt x="5522" y="1981"/>
                    <a:pt x="4666" y="1133"/>
                    <a:pt x="3590" y="1006"/>
                  </a:cubicBezTo>
                  <a:lnTo>
                    <a:pt x="3590" y="271"/>
                  </a:lnTo>
                  <a:cubicBezTo>
                    <a:pt x="3590" y="121"/>
                    <a:pt x="3469" y="0"/>
                    <a:pt x="3319" y="0"/>
                  </a:cubicBezTo>
                  <a:cubicBezTo>
                    <a:pt x="3169" y="0"/>
                    <a:pt x="3048" y="121"/>
                    <a:pt x="3048" y="271"/>
                  </a:cubicBezTo>
                  <a:lnTo>
                    <a:pt x="3048" y="1004"/>
                  </a:lnTo>
                  <a:cubicBezTo>
                    <a:pt x="1963" y="1123"/>
                    <a:pt x="1098" y="1975"/>
                    <a:pt x="966" y="3048"/>
                  </a:cubicBezTo>
                  <a:lnTo>
                    <a:pt x="271" y="3048"/>
                  </a:lnTo>
                  <a:cubicBezTo>
                    <a:pt x="121" y="3048"/>
                    <a:pt x="0" y="3169"/>
                    <a:pt x="0" y="3319"/>
                  </a:cubicBezTo>
                  <a:cubicBezTo>
                    <a:pt x="0" y="3469"/>
                    <a:pt x="121" y="3590"/>
                    <a:pt x="271" y="3590"/>
                  </a:cubicBezTo>
                  <a:lnTo>
                    <a:pt x="963" y="3590"/>
                  </a:lnTo>
                  <a:cubicBezTo>
                    <a:pt x="1082" y="4677"/>
                    <a:pt x="1954" y="5542"/>
                    <a:pt x="3048" y="5663"/>
                  </a:cubicBezTo>
                  <a:lnTo>
                    <a:pt x="3048" y="6367"/>
                  </a:lnTo>
                  <a:cubicBezTo>
                    <a:pt x="3048" y="6517"/>
                    <a:pt x="3169" y="6638"/>
                    <a:pt x="3319" y="6638"/>
                  </a:cubicBezTo>
                  <a:cubicBezTo>
                    <a:pt x="3469" y="6638"/>
                    <a:pt x="3590" y="6517"/>
                    <a:pt x="3590" y="6367"/>
                  </a:cubicBezTo>
                  <a:lnTo>
                    <a:pt x="3590" y="5660"/>
                  </a:lnTo>
                  <a:cubicBezTo>
                    <a:pt x="4676" y="5532"/>
                    <a:pt x="5537" y="4671"/>
                    <a:pt x="5657" y="3590"/>
                  </a:cubicBezTo>
                  <a:lnTo>
                    <a:pt x="6367" y="3590"/>
                  </a:lnTo>
                  <a:cubicBezTo>
                    <a:pt x="6517" y="3590"/>
                    <a:pt x="6638" y="3469"/>
                    <a:pt x="6638" y="3319"/>
                  </a:cubicBezTo>
                  <a:cubicBezTo>
                    <a:pt x="6638" y="3169"/>
                    <a:pt x="6517" y="3048"/>
                    <a:pt x="6367" y="3048"/>
                  </a:cubicBezTo>
                  <a:close/>
                  <a:moveTo>
                    <a:pt x="3590" y="5112"/>
                  </a:moveTo>
                  <a:lnTo>
                    <a:pt x="3590" y="4218"/>
                  </a:lnTo>
                  <a:cubicBezTo>
                    <a:pt x="3590" y="4069"/>
                    <a:pt x="3469" y="3947"/>
                    <a:pt x="3319" y="3947"/>
                  </a:cubicBezTo>
                  <a:cubicBezTo>
                    <a:pt x="3169" y="3947"/>
                    <a:pt x="3048" y="4069"/>
                    <a:pt x="3048" y="4218"/>
                  </a:cubicBezTo>
                  <a:lnTo>
                    <a:pt x="3048" y="5115"/>
                  </a:lnTo>
                  <a:cubicBezTo>
                    <a:pt x="2253" y="5001"/>
                    <a:pt x="1625" y="4377"/>
                    <a:pt x="1511" y="3590"/>
                  </a:cubicBezTo>
                  <a:lnTo>
                    <a:pt x="2420" y="3590"/>
                  </a:lnTo>
                  <a:cubicBezTo>
                    <a:pt x="2570" y="3590"/>
                    <a:pt x="2691" y="3469"/>
                    <a:pt x="2691" y="3319"/>
                  </a:cubicBezTo>
                  <a:cubicBezTo>
                    <a:pt x="2691" y="3170"/>
                    <a:pt x="2570" y="3048"/>
                    <a:pt x="2420" y="3048"/>
                  </a:cubicBezTo>
                  <a:lnTo>
                    <a:pt x="1515" y="3048"/>
                  </a:lnTo>
                  <a:cubicBezTo>
                    <a:pt x="1640" y="2274"/>
                    <a:pt x="2263" y="1665"/>
                    <a:pt x="3048" y="1552"/>
                  </a:cubicBezTo>
                  <a:lnTo>
                    <a:pt x="3048" y="2420"/>
                  </a:lnTo>
                  <a:cubicBezTo>
                    <a:pt x="3048" y="2570"/>
                    <a:pt x="3170" y="2691"/>
                    <a:pt x="3319" y="2691"/>
                  </a:cubicBezTo>
                  <a:cubicBezTo>
                    <a:pt x="3469" y="2691"/>
                    <a:pt x="3590" y="2570"/>
                    <a:pt x="3590" y="2420"/>
                  </a:cubicBezTo>
                  <a:lnTo>
                    <a:pt x="3590" y="1555"/>
                  </a:lnTo>
                  <a:cubicBezTo>
                    <a:pt x="4366" y="1675"/>
                    <a:pt x="4980" y="2280"/>
                    <a:pt x="5104" y="3048"/>
                  </a:cubicBezTo>
                  <a:lnTo>
                    <a:pt x="4218" y="3048"/>
                  </a:lnTo>
                  <a:cubicBezTo>
                    <a:pt x="4068" y="3048"/>
                    <a:pt x="3947" y="3170"/>
                    <a:pt x="3947" y="3319"/>
                  </a:cubicBezTo>
                  <a:cubicBezTo>
                    <a:pt x="3947" y="3469"/>
                    <a:pt x="4068" y="3590"/>
                    <a:pt x="4218" y="3590"/>
                  </a:cubicBezTo>
                  <a:lnTo>
                    <a:pt x="5109" y="3590"/>
                  </a:lnTo>
                  <a:cubicBezTo>
                    <a:pt x="4995" y="4371"/>
                    <a:pt x="4376" y="4991"/>
                    <a:pt x="3590" y="5112"/>
                  </a:cubicBez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83ADF625-B0F6-40A1-A0B9-F726FFCCA3ED}"/>
              </a:ext>
            </a:extLst>
          </p:cNvPr>
          <p:cNvSpPr txBox="1"/>
          <p:nvPr/>
        </p:nvSpPr>
        <p:spPr>
          <a:xfrm>
            <a:off x="4908472" y="2827733"/>
            <a:ext cx="26302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75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Thao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CRUD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47A7864-8639-47CE-9F35-3DF9E7B919C2}"/>
              </a:ext>
            </a:extLst>
          </p:cNvPr>
          <p:cNvSpPr/>
          <p:nvPr/>
        </p:nvSpPr>
        <p:spPr>
          <a:xfrm>
            <a:off x="3807865" y="4510542"/>
            <a:ext cx="721643" cy="721642"/>
          </a:xfrm>
          <a:prstGeom prst="ellipse">
            <a:avLst/>
          </a:prstGeom>
          <a:solidFill>
            <a:srgbClr val="83C0C8"/>
          </a:soli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39" name="Group 26">
            <a:extLst>
              <a:ext uri="{FF2B5EF4-FFF2-40B4-BE49-F238E27FC236}">
                <a16:creationId xmlns:a16="http://schemas.microsoft.com/office/drawing/2014/main" id="{656D95BF-3598-449B-9CB6-071160DFF5AD}"/>
              </a:ext>
            </a:extLst>
          </p:cNvPr>
          <p:cNvGrpSpPr/>
          <p:nvPr/>
        </p:nvGrpSpPr>
        <p:grpSpPr>
          <a:xfrm>
            <a:off x="3994583" y="4658677"/>
            <a:ext cx="348211" cy="413462"/>
            <a:chOff x="1450422" y="3903442"/>
            <a:chExt cx="520207" cy="617689"/>
          </a:xfrm>
          <a:solidFill>
            <a:schemeClr val="bg1"/>
          </a:solidFill>
        </p:grpSpPr>
        <p:sp>
          <p:nvSpPr>
            <p:cNvPr id="40" name="图形 4" descr="原子 纯色填充">
              <a:extLst>
                <a:ext uri="{FF2B5EF4-FFF2-40B4-BE49-F238E27FC236}">
                  <a16:creationId xmlns:a16="http://schemas.microsoft.com/office/drawing/2014/main" id="{10363F41-EDAB-401A-BE55-E5B8AEEBD227}"/>
                </a:ext>
              </a:extLst>
            </p:cNvPr>
            <p:cNvSpPr/>
            <p:nvPr/>
          </p:nvSpPr>
          <p:spPr>
            <a:xfrm>
              <a:off x="1669153" y="4165960"/>
              <a:ext cx="78030" cy="92653"/>
            </a:xfrm>
            <a:custGeom>
              <a:avLst/>
              <a:gdLst>
                <a:gd name="T0" fmla="*/ 6672 w 10672"/>
                <a:gd name="T1" fmla="*/ 1344 h 12672"/>
                <a:gd name="T2" fmla="*/ 6672 w 10672"/>
                <a:gd name="T3" fmla="*/ 9344 h 12672"/>
                <a:gd name="T4" fmla="*/ 4000 w 10672"/>
                <a:gd name="T5" fmla="*/ 9344 h 12672"/>
                <a:gd name="T6" fmla="*/ 4000 w 10672"/>
                <a:gd name="T7" fmla="*/ 1344 h 12672"/>
                <a:gd name="T8" fmla="*/ 4392 w 10672"/>
                <a:gd name="T9" fmla="*/ 392 h 12672"/>
                <a:gd name="T10" fmla="*/ 5328 w 10672"/>
                <a:gd name="T11" fmla="*/ 0 h 12672"/>
                <a:gd name="T12" fmla="*/ 6280 w 10672"/>
                <a:gd name="T13" fmla="*/ 392 h 12672"/>
                <a:gd name="T14" fmla="*/ 6672 w 10672"/>
                <a:gd name="T15" fmla="*/ 1344 h 12672"/>
                <a:gd name="T16" fmla="*/ 10000 w 10672"/>
                <a:gd name="T17" fmla="*/ 4000 h 12672"/>
                <a:gd name="T18" fmla="*/ 10000 w 10672"/>
                <a:gd name="T19" fmla="*/ 9344 h 12672"/>
                <a:gd name="T20" fmla="*/ 7328 w 10672"/>
                <a:gd name="T21" fmla="*/ 9344 h 12672"/>
                <a:gd name="T22" fmla="*/ 7328 w 10672"/>
                <a:gd name="T23" fmla="*/ 4000 h 12672"/>
                <a:gd name="T24" fmla="*/ 7720 w 10672"/>
                <a:gd name="T25" fmla="*/ 3064 h 12672"/>
                <a:gd name="T26" fmla="*/ 8672 w 10672"/>
                <a:gd name="T27" fmla="*/ 2672 h 12672"/>
                <a:gd name="T28" fmla="*/ 9608 w 10672"/>
                <a:gd name="T29" fmla="*/ 3056 h 12672"/>
                <a:gd name="T30" fmla="*/ 10000 w 10672"/>
                <a:gd name="T31" fmla="*/ 4000 h 12672"/>
                <a:gd name="T32" fmla="*/ 3328 w 10672"/>
                <a:gd name="T33" fmla="*/ 6000 h 12672"/>
                <a:gd name="T34" fmla="*/ 3328 w 10672"/>
                <a:gd name="T35" fmla="*/ 9344 h 12672"/>
                <a:gd name="T36" fmla="*/ 672 w 10672"/>
                <a:gd name="T37" fmla="*/ 9344 h 12672"/>
                <a:gd name="T38" fmla="*/ 672 w 10672"/>
                <a:gd name="T39" fmla="*/ 6000 h 12672"/>
                <a:gd name="T40" fmla="*/ 1056 w 10672"/>
                <a:gd name="T41" fmla="*/ 5064 h 12672"/>
                <a:gd name="T42" fmla="*/ 2000 w 10672"/>
                <a:gd name="T43" fmla="*/ 4672 h 12672"/>
                <a:gd name="T44" fmla="*/ 2944 w 10672"/>
                <a:gd name="T45" fmla="*/ 5064 h 12672"/>
                <a:gd name="T46" fmla="*/ 3328 w 10672"/>
                <a:gd name="T47" fmla="*/ 6000 h 12672"/>
                <a:gd name="T48" fmla="*/ 10000 w 10672"/>
                <a:gd name="T49" fmla="*/ 11344 h 12672"/>
                <a:gd name="T50" fmla="*/ 10472 w 10672"/>
                <a:gd name="T51" fmla="*/ 11536 h 12672"/>
                <a:gd name="T52" fmla="*/ 10672 w 10672"/>
                <a:gd name="T53" fmla="*/ 12000 h 12672"/>
                <a:gd name="T54" fmla="*/ 10472 w 10672"/>
                <a:gd name="T55" fmla="*/ 12472 h 12672"/>
                <a:gd name="T56" fmla="*/ 10000 w 10672"/>
                <a:gd name="T57" fmla="*/ 12672 h 12672"/>
                <a:gd name="T58" fmla="*/ 672 w 10672"/>
                <a:gd name="T59" fmla="*/ 12672 h 12672"/>
                <a:gd name="T60" fmla="*/ 200 w 10672"/>
                <a:gd name="T61" fmla="*/ 12472 h 12672"/>
                <a:gd name="T62" fmla="*/ 0 w 10672"/>
                <a:gd name="T63" fmla="*/ 12000 h 12672"/>
                <a:gd name="T64" fmla="*/ 200 w 10672"/>
                <a:gd name="T65" fmla="*/ 11536 h 12672"/>
                <a:gd name="T66" fmla="*/ 672 w 10672"/>
                <a:gd name="T67" fmla="*/ 11344 h 12672"/>
                <a:gd name="T68" fmla="*/ 10000 w 10672"/>
                <a:gd name="T69" fmla="*/ 11344 h 12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672" h="12672">
                  <a:moveTo>
                    <a:pt x="6672" y="1344"/>
                  </a:moveTo>
                  <a:lnTo>
                    <a:pt x="6672" y="9344"/>
                  </a:lnTo>
                  <a:lnTo>
                    <a:pt x="4000" y="9344"/>
                  </a:lnTo>
                  <a:lnTo>
                    <a:pt x="4000" y="1344"/>
                  </a:lnTo>
                  <a:cubicBezTo>
                    <a:pt x="4000" y="971"/>
                    <a:pt x="4131" y="653"/>
                    <a:pt x="4392" y="392"/>
                  </a:cubicBezTo>
                  <a:cubicBezTo>
                    <a:pt x="4654" y="131"/>
                    <a:pt x="4966" y="0"/>
                    <a:pt x="5328" y="0"/>
                  </a:cubicBezTo>
                  <a:cubicBezTo>
                    <a:pt x="5702" y="0"/>
                    <a:pt x="6019" y="131"/>
                    <a:pt x="6280" y="392"/>
                  </a:cubicBezTo>
                  <a:cubicBezTo>
                    <a:pt x="6542" y="653"/>
                    <a:pt x="6672" y="971"/>
                    <a:pt x="6672" y="1344"/>
                  </a:cubicBezTo>
                  <a:close/>
                  <a:moveTo>
                    <a:pt x="10000" y="4000"/>
                  </a:moveTo>
                  <a:lnTo>
                    <a:pt x="10000" y="9344"/>
                  </a:lnTo>
                  <a:lnTo>
                    <a:pt x="7328" y="9344"/>
                  </a:lnTo>
                  <a:lnTo>
                    <a:pt x="7328" y="4000"/>
                  </a:lnTo>
                  <a:cubicBezTo>
                    <a:pt x="7328" y="3637"/>
                    <a:pt x="7459" y="3325"/>
                    <a:pt x="7720" y="3064"/>
                  </a:cubicBezTo>
                  <a:cubicBezTo>
                    <a:pt x="7982" y="2803"/>
                    <a:pt x="8299" y="2672"/>
                    <a:pt x="8672" y="2672"/>
                  </a:cubicBezTo>
                  <a:cubicBezTo>
                    <a:pt x="9035" y="2672"/>
                    <a:pt x="9347" y="2800"/>
                    <a:pt x="9608" y="3056"/>
                  </a:cubicBezTo>
                  <a:cubicBezTo>
                    <a:pt x="9870" y="3312"/>
                    <a:pt x="10000" y="3627"/>
                    <a:pt x="10000" y="4000"/>
                  </a:cubicBezTo>
                  <a:close/>
                  <a:moveTo>
                    <a:pt x="3328" y="6000"/>
                  </a:moveTo>
                  <a:lnTo>
                    <a:pt x="3328" y="9344"/>
                  </a:lnTo>
                  <a:lnTo>
                    <a:pt x="672" y="9344"/>
                  </a:lnTo>
                  <a:lnTo>
                    <a:pt x="672" y="6000"/>
                  </a:lnTo>
                  <a:cubicBezTo>
                    <a:pt x="672" y="5637"/>
                    <a:pt x="800" y="5325"/>
                    <a:pt x="1056" y="5064"/>
                  </a:cubicBezTo>
                  <a:cubicBezTo>
                    <a:pt x="1312" y="4803"/>
                    <a:pt x="1627" y="4672"/>
                    <a:pt x="2000" y="4672"/>
                  </a:cubicBezTo>
                  <a:cubicBezTo>
                    <a:pt x="2374" y="4672"/>
                    <a:pt x="2688" y="4803"/>
                    <a:pt x="2944" y="5064"/>
                  </a:cubicBezTo>
                  <a:cubicBezTo>
                    <a:pt x="3200" y="5325"/>
                    <a:pt x="3328" y="5637"/>
                    <a:pt x="3328" y="6000"/>
                  </a:cubicBezTo>
                  <a:close/>
                  <a:moveTo>
                    <a:pt x="10000" y="11344"/>
                  </a:moveTo>
                  <a:cubicBezTo>
                    <a:pt x="10182" y="11344"/>
                    <a:pt x="10339" y="11408"/>
                    <a:pt x="10472" y="11536"/>
                  </a:cubicBezTo>
                  <a:cubicBezTo>
                    <a:pt x="10606" y="11664"/>
                    <a:pt x="10672" y="11819"/>
                    <a:pt x="10672" y="12000"/>
                  </a:cubicBezTo>
                  <a:cubicBezTo>
                    <a:pt x="10672" y="12181"/>
                    <a:pt x="10606" y="12339"/>
                    <a:pt x="10472" y="12472"/>
                  </a:cubicBezTo>
                  <a:cubicBezTo>
                    <a:pt x="10339" y="12605"/>
                    <a:pt x="10182" y="12672"/>
                    <a:pt x="10000" y="12672"/>
                  </a:cubicBezTo>
                  <a:lnTo>
                    <a:pt x="672" y="12672"/>
                  </a:lnTo>
                  <a:cubicBezTo>
                    <a:pt x="491" y="12672"/>
                    <a:pt x="334" y="12605"/>
                    <a:pt x="200" y="12472"/>
                  </a:cubicBezTo>
                  <a:cubicBezTo>
                    <a:pt x="67" y="12339"/>
                    <a:pt x="0" y="12181"/>
                    <a:pt x="0" y="12000"/>
                  </a:cubicBezTo>
                  <a:cubicBezTo>
                    <a:pt x="0" y="11819"/>
                    <a:pt x="67" y="11664"/>
                    <a:pt x="200" y="11536"/>
                  </a:cubicBezTo>
                  <a:cubicBezTo>
                    <a:pt x="334" y="11408"/>
                    <a:pt x="491" y="11344"/>
                    <a:pt x="672" y="11344"/>
                  </a:cubicBezTo>
                  <a:lnTo>
                    <a:pt x="10000" y="11344"/>
                  </a:ln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1" name="图形 4" descr="原子 纯色填充">
              <a:extLst>
                <a:ext uri="{FF2B5EF4-FFF2-40B4-BE49-F238E27FC236}">
                  <a16:creationId xmlns:a16="http://schemas.microsoft.com/office/drawing/2014/main" id="{74979222-717C-44BB-BC19-47EB0BEEEFE7}"/>
                </a:ext>
              </a:extLst>
            </p:cNvPr>
            <p:cNvSpPr/>
            <p:nvPr/>
          </p:nvSpPr>
          <p:spPr>
            <a:xfrm>
              <a:off x="1450422" y="3903442"/>
              <a:ext cx="520207" cy="617689"/>
            </a:xfrm>
            <a:custGeom>
              <a:avLst/>
              <a:gdLst>
                <a:gd name="T0" fmla="*/ 6672 w 10672"/>
                <a:gd name="T1" fmla="*/ 1344 h 12672"/>
                <a:gd name="T2" fmla="*/ 6672 w 10672"/>
                <a:gd name="T3" fmla="*/ 9344 h 12672"/>
                <a:gd name="T4" fmla="*/ 4000 w 10672"/>
                <a:gd name="T5" fmla="*/ 9344 h 12672"/>
                <a:gd name="T6" fmla="*/ 4000 w 10672"/>
                <a:gd name="T7" fmla="*/ 1344 h 12672"/>
                <a:gd name="T8" fmla="*/ 4392 w 10672"/>
                <a:gd name="T9" fmla="*/ 392 h 12672"/>
                <a:gd name="T10" fmla="*/ 5328 w 10672"/>
                <a:gd name="T11" fmla="*/ 0 h 12672"/>
                <a:gd name="T12" fmla="*/ 6280 w 10672"/>
                <a:gd name="T13" fmla="*/ 392 h 12672"/>
                <a:gd name="T14" fmla="*/ 6672 w 10672"/>
                <a:gd name="T15" fmla="*/ 1344 h 12672"/>
                <a:gd name="T16" fmla="*/ 10000 w 10672"/>
                <a:gd name="T17" fmla="*/ 4000 h 12672"/>
                <a:gd name="T18" fmla="*/ 10000 w 10672"/>
                <a:gd name="T19" fmla="*/ 9344 h 12672"/>
                <a:gd name="T20" fmla="*/ 7328 w 10672"/>
                <a:gd name="T21" fmla="*/ 9344 h 12672"/>
                <a:gd name="T22" fmla="*/ 7328 w 10672"/>
                <a:gd name="T23" fmla="*/ 4000 h 12672"/>
                <a:gd name="T24" fmla="*/ 7720 w 10672"/>
                <a:gd name="T25" fmla="*/ 3064 h 12672"/>
                <a:gd name="T26" fmla="*/ 8672 w 10672"/>
                <a:gd name="T27" fmla="*/ 2672 h 12672"/>
                <a:gd name="T28" fmla="*/ 9608 w 10672"/>
                <a:gd name="T29" fmla="*/ 3056 h 12672"/>
                <a:gd name="T30" fmla="*/ 10000 w 10672"/>
                <a:gd name="T31" fmla="*/ 4000 h 12672"/>
                <a:gd name="T32" fmla="*/ 3328 w 10672"/>
                <a:gd name="T33" fmla="*/ 6000 h 12672"/>
                <a:gd name="T34" fmla="*/ 3328 w 10672"/>
                <a:gd name="T35" fmla="*/ 9344 h 12672"/>
                <a:gd name="T36" fmla="*/ 672 w 10672"/>
                <a:gd name="T37" fmla="*/ 9344 h 12672"/>
                <a:gd name="T38" fmla="*/ 672 w 10672"/>
                <a:gd name="T39" fmla="*/ 6000 h 12672"/>
                <a:gd name="T40" fmla="*/ 1056 w 10672"/>
                <a:gd name="T41" fmla="*/ 5064 h 12672"/>
                <a:gd name="T42" fmla="*/ 2000 w 10672"/>
                <a:gd name="T43" fmla="*/ 4672 h 12672"/>
                <a:gd name="T44" fmla="*/ 2944 w 10672"/>
                <a:gd name="T45" fmla="*/ 5064 h 12672"/>
                <a:gd name="T46" fmla="*/ 3328 w 10672"/>
                <a:gd name="T47" fmla="*/ 6000 h 12672"/>
                <a:gd name="T48" fmla="*/ 10000 w 10672"/>
                <a:gd name="T49" fmla="*/ 11344 h 12672"/>
                <a:gd name="T50" fmla="*/ 10472 w 10672"/>
                <a:gd name="T51" fmla="*/ 11536 h 12672"/>
                <a:gd name="T52" fmla="*/ 10672 w 10672"/>
                <a:gd name="T53" fmla="*/ 12000 h 12672"/>
                <a:gd name="T54" fmla="*/ 10472 w 10672"/>
                <a:gd name="T55" fmla="*/ 12472 h 12672"/>
                <a:gd name="T56" fmla="*/ 10000 w 10672"/>
                <a:gd name="T57" fmla="*/ 12672 h 12672"/>
                <a:gd name="T58" fmla="*/ 672 w 10672"/>
                <a:gd name="T59" fmla="*/ 12672 h 12672"/>
                <a:gd name="T60" fmla="*/ 200 w 10672"/>
                <a:gd name="T61" fmla="*/ 12472 h 12672"/>
                <a:gd name="T62" fmla="*/ 0 w 10672"/>
                <a:gd name="T63" fmla="*/ 12000 h 12672"/>
                <a:gd name="T64" fmla="*/ 200 w 10672"/>
                <a:gd name="T65" fmla="*/ 11536 h 12672"/>
                <a:gd name="T66" fmla="*/ 672 w 10672"/>
                <a:gd name="T67" fmla="*/ 11344 h 12672"/>
                <a:gd name="T68" fmla="*/ 10000 w 10672"/>
                <a:gd name="T69" fmla="*/ 11344 h 12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672" h="12672">
                  <a:moveTo>
                    <a:pt x="6672" y="1344"/>
                  </a:moveTo>
                  <a:lnTo>
                    <a:pt x="6672" y="9344"/>
                  </a:lnTo>
                  <a:lnTo>
                    <a:pt x="4000" y="9344"/>
                  </a:lnTo>
                  <a:lnTo>
                    <a:pt x="4000" y="1344"/>
                  </a:lnTo>
                  <a:cubicBezTo>
                    <a:pt x="4000" y="971"/>
                    <a:pt x="4131" y="653"/>
                    <a:pt x="4392" y="392"/>
                  </a:cubicBezTo>
                  <a:cubicBezTo>
                    <a:pt x="4654" y="131"/>
                    <a:pt x="4966" y="0"/>
                    <a:pt x="5328" y="0"/>
                  </a:cubicBezTo>
                  <a:cubicBezTo>
                    <a:pt x="5702" y="0"/>
                    <a:pt x="6019" y="131"/>
                    <a:pt x="6280" y="392"/>
                  </a:cubicBezTo>
                  <a:cubicBezTo>
                    <a:pt x="6542" y="653"/>
                    <a:pt x="6672" y="971"/>
                    <a:pt x="6672" y="1344"/>
                  </a:cubicBezTo>
                  <a:close/>
                  <a:moveTo>
                    <a:pt x="10000" y="4000"/>
                  </a:moveTo>
                  <a:lnTo>
                    <a:pt x="10000" y="9344"/>
                  </a:lnTo>
                  <a:lnTo>
                    <a:pt x="7328" y="9344"/>
                  </a:lnTo>
                  <a:lnTo>
                    <a:pt x="7328" y="4000"/>
                  </a:lnTo>
                  <a:cubicBezTo>
                    <a:pt x="7328" y="3637"/>
                    <a:pt x="7459" y="3325"/>
                    <a:pt x="7720" y="3064"/>
                  </a:cubicBezTo>
                  <a:cubicBezTo>
                    <a:pt x="7982" y="2803"/>
                    <a:pt x="8299" y="2672"/>
                    <a:pt x="8672" y="2672"/>
                  </a:cubicBezTo>
                  <a:cubicBezTo>
                    <a:pt x="9035" y="2672"/>
                    <a:pt x="9347" y="2800"/>
                    <a:pt x="9608" y="3056"/>
                  </a:cubicBezTo>
                  <a:cubicBezTo>
                    <a:pt x="9870" y="3312"/>
                    <a:pt x="10000" y="3627"/>
                    <a:pt x="10000" y="4000"/>
                  </a:cubicBezTo>
                  <a:close/>
                  <a:moveTo>
                    <a:pt x="3328" y="6000"/>
                  </a:moveTo>
                  <a:lnTo>
                    <a:pt x="3328" y="9344"/>
                  </a:lnTo>
                  <a:lnTo>
                    <a:pt x="672" y="9344"/>
                  </a:lnTo>
                  <a:lnTo>
                    <a:pt x="672" y="6000"/>
                  </a:lnTo>
                  <a:cubicBezTo>
                    <a:pt x="672" y="5637"/>
                    <a:pt x="800" y="5325"/>
                    <a:pt x="1056" y="5064"/>
                  </a:cubicBezTo>
                  <a:cubicBezTo>
                    <a:pt x="1312" y="4803"/>
                    <a:pt x="1627" y="4672"/>
                    <a:pt x="2000" y="4672"/>
                  </a:cubicBezTo>
                  <a:cubicBezTo>
                    <a:pt x="2374" y="4672"/>
                    <a:pt x="2688" y="4803"/>
                    <a:pt x="2944" y="5064"/>
                  </a:cubicBezTo>
                  <a:cubicBezTo>
                    <a:pt x="3200" y="5325"/>
                    <a:pt x="3328" y="5637"/>
                    <a:pt x="3328" y="6000"/>
                  </a:cubicBezTo>
                  <a:close/>
                  <a:moveTo>
                    <a:pt x="10000" y="11344"/>
                  </a:moveTo>
                  <a:cubicBezTo>
                    <a:pt x="10182" y="11344"/>
                    <a:pt x="10339" y="11408"/>
                    <a:pt x="10472" y="11536"/>
                  </a:cubicBezTo>
                  <a:cubicBezTo>
                    <a:pt x="10606" y="11664"/>
                    <a:pt x="10672" y="11819"/>
                    <a:pt x="10672" y="12000"/>
                  </a:cubicBezTo>
                  <a:cubicBezTo>
                    <a:pt x="10672" y="12181"/>
                    <a:pt x="10606" y="12339"/>
                    <a:pt x="10472" y="12472"/>
                  </a:cubicBezTo>
                  <a:cubicBezTo>
                    <a:pt x="10339" y="12605"/>
                    <a:pt x="10182" y="12672"/>
                    <a:pt x="10000" y="12672"/>
                  </a:cubicBezTo>
                  <a:lnTo>
                    <a:pt x="672" y="12672"/>
                  </a:lnTo>
                  <a:cubicBezTo>
                    <a:pt x="491" y="12672"/>
                    <a:pt x="334" y="12605"/>
                    <a:pt x="200" y="12472"/>
                  </a:cubicBezTo>
                  <a:cubicBezTo>
                    <a:pt x="67" y="12339"/>
                    <a:pt x="0" y="12181"/>
                    <a:pt x="0" y="12000"/>
                  </a:cubicBezTo>
                  <a:cubicBezTo>
                    <a:pt x="0" y="11819"/>
                    <a:pt x="67" y="11664"/>
                    <a:pt x="200" y="11536"/>
                  </a:cubicBezTo>
                  <a:cubicBezTo>
                    <a:pt x="334" y="11408"/>
                    <a:pt x="491" y="11344"/>
                    <a:pt x="672" y="11344"/>
                  </a:cubicBezTo>
                  <a:lnTo>
                    <a:pt x="10000" y="11344"/>
                  </a:ln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4FEF98A9-D5F1-4922-99E2-E6BF979BDD5B}"/>
              </a:ext>
            </a:extLst>
          </p:cNvPr>
          <p:cNvSpPr txBox="1"/>
          <p:nvPr/>
        </p:nvSpPr>
        <p:spPr>
          <a:xfrm>
            <a:off x="2588978" y="5325495"/>
            <a:ext cx="32084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75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slug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slug.js.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2E6E04B8-4C54-45D6-9EDB-1E731A72EC1C}"/>
              </a:ext>
            </a:extLst>
          </p:cNvPr>
          <p:cNvSpPr/>
          <p:nvPr/>
        </p:nvSpPr>
        <p:spPr>
          <a:xfrm>
            <a:off x="7882825" y="4510542"/>
            <a:ext cx="721643" cy="721642"/>
          </a:xfrm>
          <a:prstGeom prst="ellipse">
            <a:avLst/>
          </a:prstGeom>
          <a:solidFill>
            <a:srgbClr val="83C0C8"/>
          </a:soli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44" name="Group 32">
            <a:extLst>
              <a:ext uri="{FF2B5EF4-FFF2-40B4-BE49-F238E27FC236}">
                <a16:creationId xmlns:a16="http://schemas.microsoft.com/office/drawing/2014/main" id="{B3AC0C8B-0E25-46C0-800C-3EF14B6696B0}"/>
              </a:ext>
            </a:extLst>
          </p:cNvPr>
          <p:cNvGrpSpPr/>
          <p:nvPr/>
        </p:nvGrpSpPr>
        <p:grpSpPr>
          <a:xfrm>
            <a:off x="8036917" y="4672899"/>
            <a:ext cx="413463" cy="385018"/>
            <a:chOff x="1401682" y="3924689"/>
            <a:chExt cx="617689" cy="575193"/>
          </a:xfrm>
          <a:solidFill>
            <a:schemeClr val="bg1"/>
          </a:solidFill>
        </p:grpSpPr>
        <p:sp>
          <p:nvSpPr>
            <p:cNvPr id="45" name="图形 4" descr="原子 纯色填充">
              <a:extLst>
                <a:ext uri="{FF2B5EF4-FFF2-40B4-BE49-F238E27FC236}">
                  <a16:creationId xmlns:a16="http://schemas.microsoft.com/office/drawing/2014/main" id="{4FC1BB5F-C865-4BD1-9053-8C73855F0D80}"/>
                </a:ext>
              </a:extLst>
            </p:cNvPr>
            <p:cNvSpPr/>
            <p:nvPr/>
          </p:nvSpPr>
          <p:spPr>
            <a:xfrm>
              <a:off x="1661842" y="4169147"/>
              <a:ext cx="92653" cy="86278"/>
            </a:xfrm>
            <a:custGeom>
              <a:avLst/>
              <a:gdLst>
                <a:gd name="T0" fmla="*/ 8052 w 11204"/>
                <a:gd name="T1" fmla="*/ 701 h 10433"/>
                <a:gd name="T2" fmla="*/ 7702 w 11204"/>
                <a:gd name="T3" fmla="*/ 6 h 10433"/>
                <a:gd name="T4" fmla="*/ 7352 w 11204"/>
                <a:gd name="T5" fmla="*/ 701 h 10433"/>
                <a:gd name="T6" fmla="*/ 3854 w 11204"/>
                <a:gd name="T7" fmla="*/ 353 h 10433"/>
                <a:gd name="T8" fmla="*/ 3504 w 11204"/>
                <a:gd name="T9" fmla="*/ 6 h 10433"/>
                <a:gd name="T10" fmla="*/ 3154 w 11204"/>
                <a:gd name="T11" fmla="*/ 353 h 10433"/>
                <a:gd name="T12" fmla="*/ 1755 w 11204"/>
                <a:gd name="T13" fmla="*/ 701 h 10433"/>
                <a:gd name="T14" fmla="*/ 5 w 11204"/>
                <a:gd name="T15" fmla="*/ 2438 h 10433"/>
                <a:gd name="T16" fmla="*/ 513 w 11204"/>
                <a:gd name="T17" fmla="*/ 9925 h 10433"/>
                <a:gd name="T18" fmla="*/ 9450 w 11204"/>
                <a:gd name="T19" fmla="*/ 10428 h 10433"/>
                <a:gd name="T20" fmla="*/ 11200 w 11204"/>
                <a:gd name="T21" fmla="*/ 8691 h 10433"/>
                <a:gd name="T22" fmla="*/ 10693 w 11204"/>
                <a:gd name="T23" fmla="*/ 1205 h 10433"/>
                <a:gd name="T24" fmla="*/ 707 w 11204"/>
                <a:gd name="T25" fmla="*/ 2438 h 10433"/>
                <a:gd name="T26" fmla="*/ 3155 w 11204"/>
                <a:gd name="T27" fmla="*/ 1396 h 10433"/>
                <a:gd name="T28" fmla="*/ 3252 w 11204"/>
                <a:gd name="T29" fmla="*/ 1996 h 10433"/>
                <a:gd name="T30" fmla="*/ 3759 w 11204"/>
                <a:gd name="T31" fmla="*/ 1996 h 10433"/>
                <a:gd name="T32" fmla="*/ 3855 w 11204"/>
                <a:gd name="T33" fmla="*/ 1396 h 10433"/>
                <a:gd name="T34" fmla="*/ 7353 w 11204"/>
                <a:gd name="T35" fmla="*/ 1743 h 10433"/>
                <a:gd name="T36" fmla="*/ 7950 w 11204"/>
                <a:gd name="T37" fmla="*/ 1990 h 10433"/>
                <a:gd name="T38" fmla="*/ 8053 w 11204"/>
                <a:gd name="T39" fmla="*/ 1396 h 10433"/>
                <a:gd name="T40" fmla="*/ 10500 w 11204"/>
                <a:gd name="T41" fmla="*/ 2438 h 10433"/>
                <a:gd name="T42" fmla="*/ 707 w 11204"/>
                <a:gd name="T43" fmla="*/ 3480 h 10433"/>
                <a:gd name="T44" fmla="*/ 10499 w 11204"/>
                <a:gd name="T45" fmla="*/ 8691 h 10433"/>
                <a:gd name="T46" fmla="*/ 1757 w 11204"/>
                <a:gd name="T47" fmla="*/ 9733 h 10433"/>
                <a:gd name="T48" fmla="*/ 707 w 11204"/>
                <a:gd name="T49" fmla="*/ 4175 h 10433"/>
                <a:gd name="T50" fmla="*/ 10499 w 11204"/>
                <a:gd name="T51" fmla="*/ 8691 h 10433"/>
                <a:gd name="T52" fmla="*/ 2504 w 11204"/>
                <a:gd name="T53" fmla="*/ 8691 h 10433"/>
                <a:gd name="T54" fmla="*/ 3202 w 11204"/>
                <a:gd name="T55" fmla="*/ 7996 h 10433"/>
                <a:gd name="T56" fmla="*/ 2502 w 11204"/>
                <a:gd name="T57" fmla="*/ 7301 h 10433"/>
                <a:gd name="T58" fmla="*/ 1802 w 11204"/>
                <a:gd name="T59" fmla="*/ 7996 h 10433"/>
                <a:gd name="T60" fmla="*/ 2504 w 11204"/>
                <a:gd name="T61" fmla="*/ 8691 h 10433"/>
                <a:gd name="T62" fmla="*/ 2991 w 11204"/>
                <a:gd name="T63" fmla="*/ 6398 h 10433"/>
                <a:gd name="T64" fmla="*/ 2991 w 11204"/>
                <a:gd name="T65" fmla="*/ 5426 h 10433"/>
                <a:gd name="T66" fmla="*/ 2012 w 11204"/>
                <a:gd name="T67" fmla="*/ 5426 h 10433"/>
                <a:gd name="T68" fmla="*/ 2012 w 11204"/>
                <a:gd name="T69" fmla="*/ 6398 h 10433"/>
                <a:gd name="T70" fmla="*/ 5646 w 11204"/>
                <a:gd name="T71" fmla="*/ 8691 h 10433"/>
                <a:gd name="T72" fmla="*/ 6136 w 11204"/>
                <a:gd name="T73" fmla="*/ 7510 h 10433"/>
                <a:gd name="T74" fmla="*/ 5156 w 11204"/>
                <a:gd name="T75" fmla="*/ 7510 h 10433"/>
                <a:gd name="T76" fmla="*/ 5156 w 11204"/>
                <a:gd name="T77" fmla="*/ 8482 h 10433"/>
                <a:gd name="T78" fmla="*/ 5646 w 11204"/>
                <a:gd name="T79" fmla="*/ 6606 h 10433"/>
                <a:gd name="T80" fmla="*/ 6139 w 11204"/>
                <a:gd name="T81" fmla="*/ 5426 h 10433"/>
                <a:gd name="T82" fmla="*/ 5159 w 11204"/>
                <a:gd name="T83" fmla="*/ 5426 h 10433"/>
                <a:gd name="T84" fmla="*/ 5154 w 11204"/>
                <a:gd name="T85" fmla="*/ 6398 h 10433"/>
                <a:gd name="T86" fmla="*/ 8630 w 11204"/>
                <a:gd name="T87" fmla="*/ 8691 h 10433"/>
                <a:gd name="T88" fmla="*/ 9330 w 11204"/>
                <a:gd name="T89" fmla="*/ 7996 h 10433"/>
                <a:gd name="T90" fmla="*/ 8630 w 11204"/>
                <a:gd name="T91" fmla="*/ 7301 h 10433"/>
                <a:gd name="T92" fmla="*/ 7930 w 11204"/>
                <a:gd name="T93" fmla="*/ 7996 h 10433"/>
                <a:gd name="T94" fmla="*/ 8630 w 11204"/>
                <a:gd name="T95" fmla="*/ 8691 h 10433"/>
                <a:gd name="T96" fmla="*/ 9329 w 11204"/>
                <a:gd name="T97" fmla="*/ 5912 h 10433"/>
                <a:gd name="T98" fmla="*/ 8629 w 11204"/>
                <a:gd name="T99" fmla="*/ 5217 h 10433"/>
                <a:gd name="T100" fmla="*/ 7929 w 11204"/>
                <a:gd name="T101" fmla="*/ 5912 h 10433"/>
                <a:gd name="T102" fmla="*/ 8630 w 11204"/>
                <a:gd name="T103" fmla="*/ 6606 h 10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04" h="10433">
                  <a:moveTo>
                    <a:pt x="9450" y="701"/>
                  </a:moveTo>
                  <a:lnTo>
                    <a:pt x="8052" y="701"/>
                  </a:lnTo>
                  <a:lnTo>
                    <a:pt x="8052" y="353"/>
                  </a:lnTo>
                  <a:cubicBezTo>
                    <a:pt x="8052" y="161"/>
                    <a:pt x="7895" y="6"/>
                    <a:pt x="7702" y="6"/>
                  </a:cubicBezTo>
                  <a:cubicBezTo>
                    <a:pt x="7509" y="6"/>
                    <a:pt x="7353" y="161"/>
                    <a:pt x="7352" y="353"/>
                  </a:cubicBezTo>
                  <a:lnTo>
                    <a:pt x="7352" y="701"/>
                  </a:lnTo>
                  <a:lnTo>
                    <a:pt x="3854" y="701"/>
                  </a:lnTo>
                  <a:lnTo>
                    <a:pt x="3854" y="353"/>
                  </a:lnTo>
                  <a:cubicBezTo>
                    <a:pt x="3860" y="260"/>
                    <a:pt x="3825" y="167"/>
                    <a:pt x="3758" y="101"/>
                  </a:cubicBezTo>
                  <a:cubicBezTo>
                    <a:pt x="3690" y="35"/>
                    <a:pt x="3598" y="0"/>
                    <a:pt x="3504" y="6"/>
                  </a:cubicBezTo>
                  <a:cubicBezTo>
                    <a:pt x="3410" y="0"/>
                    <a:pt x="3318" y="35"/>
                    <a:pt x="3250" y="101"/>
                  </a:cubicBezTo>
                  <a:cubicBezTo>
                    <a:pt x="3184" y="167"/>
                    <a:pt x="3149" y="260"/>
                    <a:pt x="3154" y="353"/>
                  </a:cubicBezTo>
                  <a:lnTo>
                    <a:pt x="3154" y="701"/>
                  </a:lnTo>
                  <a:lnTo>
                    <a:pt x="1755" y="701"/>
                  </a:lnTo>
                  <a:cubicBezTo>
                    <a:pt x="1290" y="696"/>
                    <a:pt x="843" y="877"/>
                    <a:pt x="513" y="1205"/>
                  </a:cubicBezTo>
                  <a:cubicBezTo>
                    <a:pt x="184" y="1531"/>
                    <a:pt x="2" y="1975"/>
                    <a:pt x="5" y="2438"/>
                  </a:cubicBezTo>
                  <a:lnTo>
                    <a:pt x="5" y="8691"/>
                  </a:lnTo>
                  <a:cubicBezTo>
                    <a:pt x="0" y="9153"/>
                    <a:pt x="184" y="9598"/>
                    <a:pt x="513" y="9925"/>
                  </a:cubicBezTo>
                  <a:cubicBezTo>
                    <a:pt x="843" y="10252"/>
                    <a:pt x="1290" y="10433"/>
                    <a:pt x="1755" y="10428"/>
                  </a:cubicBezTo>
                  <a:lnTo>
                    <a:pt x="9450" y="10428"/>
                  </a:lnTo>
                  <a:cubicBezTo>
                    <a:pt x="9915" y="10433"/>
                    <a:pt x="10363" y="10252"/>
                    <a:pt x="10693" y="9925"/>
                  </a:cubicBezTo>
                  <a:cubicBezTo>
                    <a:pt x="11022" y="9598"/>
                    <a:pt x="11204" y="9155"/>
                    <a:pt x="11200" y="8691"/>
                  </a:cubicBezTo>
                  <a:lnTo>
                    <a:pt x="11200" y="2438"/>
                  </a:lnTo>
                  <a:cubicBezTo>
                    <a:pt x="11204" y="1976"/>
                    <a:pt x="11022" y="1531"/>
                    <a:pt x="10693" y="1205"/>
                  </a:cubicBezTo>
                  <a:cubicBezTo>
                    <a:pt x="10362" y="878"/>
                    <a:pt x="9915" y="697"/>
                    <a:pt x="9450" y="701"/>
                  </a:cubicBezTo>
                  <a:close/>
                  <a:moveTo>
                    <a:pt x="707" y="2438"/>
                  </a:moveTo>
                  <a:cubicBezTo>
                    <a:pt x="720" y="1868"/>
                    <a:pt x="1183" y="1410"/>
                    <a:pt x="1757" y="1396"/>
                  </a:cubicBezTo>
                  <a:lnTo>
                    <a:pt x="3155" y="1396"/>
                  </a:lnTo>
                  <a:lnTo>
                    <a:pt x="3155" y="1743"/>
                  </a:lnTo>
                  <a:cubicBezTo>
                    <a:pt x="3149" y="1837"/>
                    <a:pt x="3184" y="1930"/>
                    <a:pt x="3252" y="1996"/>
                  </a:cubicBezTo>
                  <a:cubicBezTo>
                    <a:pt x="3319" y="2062"/>
                    <a:pt x="3410" y="2097"/>
                    <a:pt x="3505" y="2091"/>
                  </a:cubicBezTo>
                  <a:cubicBezTo>
                    <a:pt x="3599" y="2097"/>
                    <a:pt x="3692" y="2062"/>
                    <a:pt x="3759" y="1996"/>
                  </a:cubicBezTo>
                  <a:cubicBezTo>
                    <a:pt x="3827" y="1930"/>
                    <a:pt x="3862" y="1837"/>
                    <a:pt x="3855" y="1743"/>
                  </a:cubicBezTo>
                  <a:lnTo>
                    <a:pt x="3855" y="1396"/>
                  </a:lnTo>
                  <a:lnTo>
                    <a:pt x="7353" y="1396"/>
                  </a:lnTo>
                  <a:lnTo>
                    <a:pt x="7353" y="1743"/>
                  </a:lnTo>
                  <a:cubicBezTo>
                    <a:pt x="7353" y="1936"/>
                    <a:pt x="7509" y="2091"/>
                    <a:pt x="7703" y="2091"/>
                  </a:cubicBezTo>
                  <a:cubicBezTo>
                    <a:pt x="7795" y="2091"/>
                    <a:pt x="7884" y="2055"/>
                    <a:pt x="7950" y="1990"/>
                  </a:cubicBezTo>
                  <a:cubicBezTo>
                    <a:pt x="8015" y="1925"/>
                    <a:pt x="8053" y="1836"/>
                    <a:pt x="8053" y="1743"/>
                  </a:cubicBezTo>
                  <a:lnTo>
                    <a:pt x="8053" y="1396"/>
                  </a:lnTo>
                  <a:lnTo>
                    <a:pt x="9452" y="1396"/>
                  </a:lnTo>
                  <a:cubicBezTo>
                    <a:pt x="10025" y="1410"/>
                    <a:pt x="10486" y="1868"/>
                    <a:pt x="10500" y="2438"/>
                  </a:cubicBezTo>
                  <a:lnTo>
                    <a:pt x="10500" y="3480"/>
                  </a:lnTo>
                  <a:lnTo>
                    <a:pt x="707" y="3480"/>
                  </a:lnTo>
                  <a:lnTo>
                    <a:pt x="707" y="2438"/>
                  </a:lnTo>
                  <a:close/>
                  <a:moveTo>
                    <a:pt x="10499" y="8691"/>
                  </a:moveTo>
                  <a:cubicBezTo>
                    <a:pt x="10485" y="9261"/>
                    <a:pt x="10023" y="9718"/>
                    <a:pt x="9450" y="9733"/>
                  </a:cubicBezTo>
                  <a:lnTo>
                    <a:pt x="1757" y="9733"/>
                  </a:lnTo>
                  <a:cubicBezTo>
                    <a:pt x="1183" y="9720"/>
                    <a:pt x="720" y="9261"/>
                    <a:pt x="707" y="8691"/>
                  </a:cubicBezTo>
                  <a:lnTo>
                    <a:pt x="707" y="4175"/>
                  </a:lnTo>
                  <a:lnTo>
                    <a:pt x="10500" y="4175"/>
                  </a:lnTo>
                  <a:lnTo>
                    <a:pt x="10499" y="8691"/>
                  </a:lnTo>
                  <a:close/>
                  <a:moveTo>
                    <a:pt x="10499" y="8691"/>
                  </a:moveTo>
                  <a:close/>
                  <a:moveTo>
                    <a:pt x="2504" y="8691"/>
                  </a:moveTo>
                  <a:cubicBezTo>
                    <a:pt x="2689" y="8696"/>
                    <a:pt x="2868" y="8620"/>
                    <a:pt x="2991" y="8482"/>
                  </a:cubicBezTo>
                  <a:cubicBezTo>
                    <a:pt x="3125" y="8356"/>
                    <a:pt x="3202" y="8179"/>
                    <a:pt x="3202" y="7996"/>
                  </a:cubicBezTo>
                  <a:cubicBezTo>
                    <a:pt x="3202" y="7812"/>
                    <a:pt x="3125" y="7636"/>
                    <a:pt x="2991" y="7510"/>
                  </a:cubicBezTo>
                  <a:cubicBezTo>
                    <a:pt x="2864" y="7376"/>
                    <a:pt x="2687" y="7301"/>
                    <a:pt x="2502" y="7301"/>
                  </a:cubicBezTo>
                  <a:cubicBezTo>
                    <a:pt x="2316" y="7301"/>
                    <a:pt x="2140" y="7376"/>
                    <a:pt x="2012" y="7510"/>
                  </a:cubicBezTo>
                  <a:cubicBezTo>
                    <a:pt x="1878" y="7636"/>
                    <a:pt x="1802" y="7812"/>
                    <a:pt x="1802" y="7996"/>
                  </a:cubicBezTo>
                  <a:cubicBezTo>
                    <a:pt x="1802" y="8179"/>
                    <a:pt x="1878" y="8356"/>
                    <a:pt x="2012" y="8482"/>
                  </a:cubicBezTo>
                  <a:cubicBezTo>
                    <a:pt x="2137" y="8621"/>
                    <a:pt x="2317" y="8697"/>
                    <a:pt x="2504" y="8691"/>
                  </a:cubicBezTo>
                  <a:close/>
                  <a:moveTo>
                    <a:pt x="2504" y="6606"/>
                  </a:moveTo>
                  <a:cubicBezTo>
                    <a:pt x="2689" y="6611"/>
                    <a:pt x="2868" y="6535"/>
                    <a:pt x="2991" y="6398"/>
                  </a:cubicBezTo>
                  <a:cubicBezTo>
                    <a:pt x="3118" y="6267"/>
                    <a:pt x="3193" y="6095"/>
                    <a:pt x="3202" y="5912"/>
                  </a:cubicBezTo>
                  <a:cubicBezTo>
                    <a:pt x="3194" y="5730"/>
                    <a:pt x="3119" y="5557"/>
                    <a:pt x="2991" y="5426"/>
                  </a:cubicBezTo>
                  <a:cubicBezTo>
                    <a:pt x="2864" y="5292"/>
                    <a:pt x="2687" y="5217"/>
                    <a:pt x="2502" y="5217"/>
                  </a:cubicBezTo>
                  <a:cubicBezTo>
                    <a:pt x="2316" y="5217"/>
                    <a:pt x="2139" y="5292"/>
                    <a:pt x="2012" y="5426"/>
                  </a:cubicBezTo>
                  <a:cubicBezTo>
                    <a:pt x="1885" y="5557"/>
                    <a:pt x="1810" y="5730"/>
                    <a:pt x="1802" y="5912"/>
                  </a:cubicBezTo>
                  <a:cubicBezTo>
                    <a:pt x="1810" y="6095"/>
                    <a:pt x="1884" y="6267"/>
                    <a:pt x="2012" y="6398"/>
                  </a:cubicBezTo>
                  <a:cubicBezTo>
                    <a:pt x="2137" y="6536"/>
                    <a:pt x="2317" y="6612"/>
                    <a:pt x="2504" y="6606"/>
                  </a:cubicBezTo>
                  <a:close/>
                  <a:moveTo>
                    <a:pt x="5646" y="8691"/>
                  </a:moveTo>
                  <a:cubicBezTo>
                    <a:pt x="5929" y="8695"/>
                    <a:pt x="6185" y="8526"/>
                    <a:pt x="6294" y="8265"/>
                  </a:cubicBezTo>
                  <a:cubicBezTo>
                    <a:pt x="6401" y="8005"/>
                    <a:pt x="6339" y="7705"/>
                    <a:pt x="6136" y="7510"/>
                  </a:cubicBezTo>
                  <a:cubicBezTo>
                    <a:pt x="6009" y="7376"/>
                    <a:pt x="5831" y="7301"/>
                    <a:pt x="5646" y="7301"/>
                  </a:cubicBezTo>
                  <a:cubicBezTo>
                    <a:pt x="5461" y="7301"/>
                    <a:pt x="5284" y="7376"/>
                    <a:pt x="5156" y="7510"/>
                  </a:cubicBezTo>
                  <a:cubicBezTo>
                    <a:pt x="5023" y="7636"/>
                    <a:pt x="4946" y="7812"/>
                    <a:pt x="4946" y="7996"/>
                  </a:cubicBezTo>
                  <a:cubicBezTo>
                    <a:pt x="4946" y="8179"/>
                    <a:pt x="5023" y="8356"/>
                    <a:pt x="5156" y="8482"/>
                  </a:cubicBezTo>
                  <a:cubicBezTo>
                    <a:pt x="5281" y="8621"/>
                    <a:pt x="5461" y="8696"/>
                    <a:pt x="5646" y="8691"/>
                  </a:cubicBezTo>
                  <a:close/>
                  <a:moveTo>
                    <a:pt x="5646" y="6606"/>
                  </a:moveTo>
                  <a:cubicBezTo>
                    <a:pt x="6030" y="6598"/>
                    <a:pt x="6339" y="6292"/>
                    <a:pt x="6349" y="5912"/>
                  </a:cubicBezTo>
                  <a:cubicBezTo>
                    <a:pt x="6340" y="5730"/>
                    <a:pt x="6267" y="5557"/>
                    <a:pt x="6139" y="5426"/>
                  </a:cubicBezTo>
                  <a:cubicBezTo>
                    <a:pt x="6012" y="5292"/>
                    <a:pt x="5834" y="5217"/>
                    <a:pt x="5649" y="5217"/>
                  </a:cubicBezTo>
                  <a:cubicBezTo>
                    <a:pt x="5464" y="5217"/>
                    <a:pt x="5288" y="5292"/>
                    <a:pt x="5159" y="5426"/>
                  </a:cubicBezTo>
                  <a:cubicBezTo>
                    <a:pt x="5032" y="5557"/>
                    <a:pt x="4958" y="5730"/>
                    <a:pt x="4949" y="5912"/>
                  </a:cubicBezTo>
                  <a:cubicBezTo>
                    <a:pt x="4957" y="6093"/>
                    <a:pt x="5029" y="6266"/>
                    <a:pt x="5154" y="6398"/>
                  </a:cubicBezTo>
                  <a:cubicBezTo>
                    <a:pt x="5280" y="6536"/>
                    <a:pt x="5460" y="6612"/>
                    <a:pt x="5646" y="6606"/>
                  </a:cubicBezTo>
                  <a:close/>
                  <a:moveTo>
                    <a:pt x="8630" y="8691"/>
                  </a:moveTo>
                  <a:cubicBezTo>
                    <a:pt x="8817" y="8696"/>
                    <a:pt x="8995" y="8620"/>
                    <a:pt x="9120" y="8482"/>
                  </a:cubicBezTo>
                  <a:cubicBezTo>
                    <a:pt x="9254" y="8356"/>
                    <a:pt x="9330" y="8179"/>
                    <a:pt x="9330" y="7996"/>
                  </a:cubicBezTo>
                  <a:cubicBezTo>
                    <a:pt x="9330" y="7812"/>
                    <a:pt x="9254" y="7636"/>
                    <a:pt x="9120" y="7510"/>
                  </a:cubicBezTo>
                  <a:cubicBezTo>
                    <a:pt x="8993" y="7376"/>
                    <a:pt x="8815" y="7301"/>
                    <a:pt x="8630" y="7301"/>
                  </a:cubicBezTo>
                  <a:cubicBezTo>
                    <a:pt x="8445" y="7301"/>
                    <a:pt x="8268" y="7376"/>
                    <a:pt x="8140" y="7510"/>
                  </a:cubicBezTo>
                  <a:cubicBezTo>
                    <a:pt x="8003" y="7633"/>
                    <a:pt x="7925" y="7811"/>
                    <a:pt x="7930" y="7996"/>
                  </a:cubicBezTo>
                  <a:cubicBezTo>
                    <a:pt x="7939" y="8178"/>
                    <a:pt x="8013" y="8351"/>
                    <a:pt x="8140" y="8482"/>
                  </a:cubicBezTo>
                  <a:cubicBezTo>
                    <a:pt x="8265" y="8620"/>
                    <a:pt x="8444" y="8696"/>
                    <a:pt x="8630" y="8691"/>
                  </a:cubicBezTo>
                  <a:close/>
                  <a:moveTo>
                    <a:pt x="8630" y="6606"/>
                  </a:moveTo>
                  <a:cubicBezTo>
                    <a:pt x="9013" y="6597"/>
                    <a:pt x="9320" y="6291"/>
                    <a:pt x="9329" y="5912"/>
                  </a:cubicBezTo>
                  <a:cubicBezTo>
                    <a:pt x="9320" y="5730"/>
                    <a:pt x="9247" y="5557"/>
                    <a:pt x="9119" y="5426"/>
                  </a:cubicBezTo>
                  <a:cubicBezTo>
                    <a:pt x="8992" y="5292"/>
                    <a:pt x="8814" y="5217"/>
                    <a:pt x="8629" y="5217"/>
                  </a:cubicBezTo>
                  <a:cubicBezTo>
                    <a:pt x="8444" y="5217"/>
                    <a:pt x="8267" y="5292"/>
                    <a:pt x="8139" y="5426"/>
                  </a:cubicBezTo>
                  <a:cubicBezTo>
                    <a:pt x="8013" y="5557"/>
                    <a:pt x="7938" y="5730"/>
                    <a:pt x="7929" y="5912"/>
                  </a:cubicBezTo>
                  <a:cubicBezTo>
                    <a:pt x="7938" y="6095"/>
                    <a:pt x="8012" y="6267"/>
                    <a:pt x="8139" y="6398"/>
                  </a:cubicBezTo>
                  <a:cubicBezTo>
                    <a:pt x="8265" y="6536"/>
                    <a:pt x="8444" y="6612"/>
                    <a:pt x="8630" y="6606"/>
                  </a:cubicBezTo>
                  <a:close/>
                  <a:moveTo>
                    <a:pt x="8630" y="6606"/>
                  </a:move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46" name="图形 4" descr="原子 纯色填充">
              <a:extLst>
                <a:ext uri="{FF2B5EF4-FFF2-40B4-BE49-F238E27FC236}">
                  <a16:creationId xmlns:a16="http://schemas.microsoft.com/office/drawing/2014/main" id="{2747E184-9BD9-4108-9855-8BE987921319}"/>
                </a:ext>
              </a:extLst>
            </p:cNvPr>
            <p:cNvSpPr/>
            <p:nvPr/>
          </p:nvSpPr>
          <p:spPr>
            <a:xfrm>
              <a:off x="1401682" y="3924689"/>
              <a:ext cx="617689" cy="575193"/>
            </a:xfrm>
            <a:custGeom>
              <a:avLst/>
              <a:gdLst>
                <a:gd name="T0" fmla="*/ 8052 w 11204"/>
                <a:gd name="T1" fmla="*/ 701 h 10433"/>
                <a:gd name="T2" fmla="*/ 7702 w 11204"/>
                <a:gd name="T3" fmla="*/ 6 h 10433"/>
                <a:gd name="T4" fmla="*/ 7352 w 11204"/>
                <a:gd name="T5" fmla="*/ 701 h 10433"/>
                <a:gd name="T6" fmla="*/ 3854 w 11204"/>
                <a:gd name="T7" fmla="*/ 353 h 10433"/>
                <a:gd name="T8" fmla="*/ 3504 w 11204"/>
                <a:gd name="T9" fmla="*/ 6 h 10433"/>
                <a:gd name="T10" fmla="*/ 3154 w 11204"/>
                <a:gd name="T11" fmla="*/ 353 h 10433"/>
                <a:gd name="T12" fmla="*/ 1755 w 11204"/>
                <a:gd name="T13" fmla="*/ 701 h 10433"/>
                <a:gd name="T14" fmla="*/ 5 w 11204"/>
                <a:gd name="T15" fmla="*/ 2438 h 10433"/>
                <a:gd name="T16" fmla="*/ 513 w 11204"/>
                <a:gd name="T17" fmla="*/ 9925 h 10433"/>
                <a:gd name="T18" fmla="*/ 9450 w 11204"/>
                <a:gd name="T19" fmla="*/ 10428 h 10433"/>
                <a:gd name="T20" fmla="*/ 11200 w 11204"/>
                <a:gd name="T21" fmla="*/ 8691 h 10433"/>
                <a:gd name="T22" fmla="*/ 10693 w 11204"/>
                <a:gd name="T23" fmla="*/ 1205 h 10433"/>
                <a:gd name="T24" fmla="*/ 707 w 11204"/>
                <a:gd name="T25" fmla="*/ 2438 h 10433"/>
                <a:gd name="T26" fmla="*/ 3155 w 11204"/>
                <a:gd name="T27" fmla="*/ 1396 h 10433"/>
                <a:gd name="T28" fmla="*/ 3252 w 11204"/>
                <a:gd name="T29" fmla="*/ 1996 h 10433"/>
                <a:gd name="T30" fmla="*/ 3759 w 11204"/>
                <a:gd name="T31" fmla="*/ 1996 h 10433"/>
                <a:gd name="T32" fmla="*/ 3855 w 11204"/>
                <a:gd name="T33" fmla="*/ 1396 h 10433"/>
                <a:gd name="T34" fmla="*/ 7353 w 11204"/>
                <a:gd name="T35" fmla="*/ 1743 h 10433"/>
                <a:gd name="T36" fmla="*/ 7950 w 11204"/>
                <a:gd name="T37" fmla="*/ 1990 h 10433"/>
                <a:gd name="T38" fmla="*/ 8053 w 11204"/>
                <a:gd name="T39" fmla="*/ 1396 h 10433"/>
                <a:gd name="T40" fmla="*/ 10500 w 11204"/>
                <a:gd name="T41" fmla="*/ 2438 h 10433"/>
                <a:gd name="T42" fmla="*/ 707 w 11204"/>
                <a:gd name="T43" fmla="*/ 3480 h 10433"/>
                <a:gd name="T44" fmla="*/ 10499 w 11204"/>
                <a:gd name="T45" fmla="*/ 8691 h 10433"/>
                <a:gd name="T46" fmla="*/ 1757 w 11204"/>
                <a:gd name="T47" fmla="*/ 9733 h 10433"/>
                <a:gd name="T48" fmla="*/ 707 w 11204"/>
                <a:gd name="T49" fmla="*/ 4175 h 10433"/>
                <a:gd name="T50" fmla="*/ 10499 w 11204"/>
                <a:gd name="T51" fmla="*/ 8691 h 10433"/>
                <a:gd name="T52" fmla="*/ 2504 w 11204"/>
                <a:gd name="T53" fmla="*/ 8691 h 10433"/>
                <a:gd name="T54" fmla="*/ 3202 w 11204"/>
                <a:gd name="T55" fmla="*/ 7996 h 10433"/>
                <a:gd name="T56" fmla="*/ 2502 w 11204"/>
                <a:gd name="T57" fmla="*/ 7301 h 10433"/>
                <a:gd name="T58" fmla="*/ 1802 w 11204"/>
                <a:gd name="T59" fmla="*/ 7996 h 10433"/>
                <a:gd name="T60" fmla="*/ 2504 w 11204"/>
                <a:gd name="T61" fmla="*/ 8691 h 10433"/>
                <a:gd name="T62" fmla="*/ 2991 w 11204"/>
                <a:gd name="T63" fmla="*/ 6398 h 10433"/>
                <a:gd name="T64" fmla="*/ 2991 w 11204"/>
                <a:gd name="T65" fmla="*/ 5426 h 10433"/>
                <a:gd name="T66" fmla="*/ 2012 w 11204"/>
                <a:gd name="T67" fmla="*/ 5426 h 10433"/>
                <a:gd name="T68" fmla="*/ 2012 w 11204"/>
                <a:gd name="T69" fmla="*/ 6398 h 10433"/>
                <a:gd name="T70" fmla="*/ 5646 w 11204"/>
                <a:gd name="T71" fmla="*/ 8691 h 10433"/>
                <a:gd name="T72" fmla="*/ 6136 w 11204"/>
                <a:gd name="T73" fmla="*/ 7510 h 10433"/>
                <a:gd name="T74" fmla="*/ 5156 w 11204"/>
                <a:gd name="T75" fmla="*/ 7510 h 10433"/>
                <a:gd name="T76" fmla="*/ 5156 w 11204"/>
                <a:gd name="T77" fmla="*/ 8482 h 10433"/>
                <a:gd name="T78" fmla="*/ 5646 w 11204"/>
                <a:gd name="T79" fmla="*/ 6606 h 10433"/>
                <a:gd name="T80" fmla="*/ 6139 w 11204"/>
                <a:gd name="T81" fmla="*/ 5426 h 10433"/>
                <a:gd name="T82" fmla="*/ 5159 w 11204"/>
                <a:gd name="T83" fmla="*/ 5426 h 10433"/>
                <a:gd name="T84" fmla="*/ 5154 w 11204"/>
                <a:gd name="T85" fmla="*/ 6398 h 10433"/>
                <a:gd name="T86" fmla="*/ 8630 w 11204"/>
                <a:gd name="T87" fmla="*/ 8691 h 10433"/>
                <a:gd name="T88" fmla="*/ 9330 w 11204"/>
                <a:gd name="T89" fmla="*/ 7996 h 10433"/>
                <a:gd name="T90" fmla="*/ 8630 w 11204"/>
                <a:gd name="T91" fmla="*/ 7301 h 10433"/>
                <a:gd name="T92" fmla="*/ 7930 w 11204"/>
                <a:gd name="T93" fmla="*/ 7996 h 10433"/>
                <a:gd name="T94" fmla="*/ 8630 w 11204"/>
                <a:gd name="T95" fmla="*/ 8691 h 10433"/>
                <a:gd name="T96" fmla="*/ 9329 w 11204"/>
                <a:gd name="T97" fmla="*/ 5912 h 10433"/>
                <a:gd name="T98" fmla="*/ 8629 w 11204"/>
                <a:gd name="T99" fmla="*/ 5217 h 10433"/>
                <a:gd name="T100" fmla="*/ 7929 w 11204"/>
                <a:gd name="T101" fmla="*/ 5912 h 10433"/>
                <a:gd name="T102" fmla="*/ 8630 w 11204"/>
                <a:gd name="T103" fmla="*/ 6606 h 10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204" h="10433">
                  <a:moveTo>
                    <a:pt x="9450" y="701"/>
                  </a:moveTo>
                  <a:lnTo>
                    <a:pt x="8052" y="701"/>
                  </a:lnTo>
                  <a:lnTo>
                    <a:pt x="8052" y="353"/>
                  </a:lnTo>
                  <a:cubicBezTo>
                    <a:pt x="8052" y="161"/>
                    <a:pt x="7895" y="6"/>
                    <a:pt x="7702" y="6"/>
                  </a:cubicBezTo>
                  <a:cubicBezTo>
                    <a:pt x="7509" y="6"/>
                    <a:pt x="7353" y="161"/>
                    <a:pt x="7352" y="353"/>
                  </a:cubicBezTo>
                  <a:lnTo>
                    <a:pt x="7352" y="701"/>
                  </a:lnTo>
                  <a:lnTo>
                    <a:pt x="3854" y="701"/>
                  </a:lnTo>
                  <a:lnTo>
                    <a:pt x="3854" y="353"/>
                  </a:lnTo>
                  <a:cubicBezTo>
                    <a:pt x="3860" y="260"/>
                    <a:pt x="3825" y="167"/>
                    <a:pt x="3758" y="101"/>
                  </a:cubicBezTo>
                  <a:cubicBezTo>
                    <a:pt x="3690" y="35"/>
                    <a:pt x="3598" y="0"/>
                    <a:pt x="3504" y="6"/>
                  </a:cubicBezTo>
                  <a:cubicBezTo>
                    <a:pt x="3410" y="0"/>
                    <a:pt x="3318" y="35"/>
                    <a:pt x="3250" y="101"/>
                  </a:cubicBezTo>
                  <a:cubicBezTo>
                    <a:pt x="3184" y="167"/>
                    <a:pt x="3149" y="260"/>
                    <a:pt x="3154" y="353"/>
                  </a:cubicBezTo>
                  <a:lnTo>
                    <a:pt x="3154" y="701"/>
                  </a:lnTo>
                  <a:lnTo>
                    <a:pt x="1755" y="701"/>
                  </a:lnTo>
                  <a:cubicBezTo>
                    <a:pt x="1290" y="696"/>
                    <a:pt x="843" y="877"/>
                    <a:pt x="513" y="1205"/>
                  </a:cubicBezTo>
                  <a:cubicBezTo>
                    <a:pt x="184" y="1531"/>
                    <a:pt x="2" y="1975"/>
                    <a:pt x="5" y="2438"/>
                  </a:cubicBezTo>
                  <a:lnTo>
                    <a:pt x="5" y="8691"/>
                  </a:lnTo>
                  <a:cubicBezTo>
                    <a:pt x="0" y="9153"/>
                    <a:pt x="184" y="9598"/>
                    <a:pt x="513" y="9925"/>
                  </a:cubicBezTo>
                  <a:cubicBezTo>
                    <a:pt x="843" y="10252"/>
                    <a:pt x="1290" y="10433"/>
                    <a:pt x="1755" y="10428"/>
                  </a:cubicBezTo>
                  <a:lnTo>
                    <a:pt x="9450" y="10428"/>
                  </a:lnTo>
                  <a:cubicBezTo>
                    <a:pt x="9915" y="10433"/>
                    <a:pt x="10363" y="10252"/>
                    <a:pt x="10693" y="9925"/>
                  </a:cubicBezTo>
                  <a:cubicBezTo>
                    <a:pt x="11022" y="9598"/>
                    <a:pt x="11204" y="9155"/>
                    <a:pt x="11200" y="8691"/>
                  </a:cubicBezTo>
                  <a:lnTo>
                    <a:pt x="11200" y="2438"/>
                  </a:lnTo>
                  <a:cubicBezTo>
                    <a:pt x="11204" y="1976"/>
                    <a:pt x="11022" y="1531"/>
                    <a:pt x="10693" y="1205"/>
                  </a:cubicBezTo>
                  <a:cubicBezTo>
                    <a:pt x="10362" y="878"/>
                    <a:pt x="9915" y="697"/>
                    <a:pt x="9450" y="701"/>
                  </a:cubicBezTo>
                  <a:close/>
                  <a:moveTo>
                    <a:pt x="707" y="2438"/>
                  </a:moveTo>
                  <a:cubicBezTo>
                    <a:pt x="720" y="1868"/>
                    <a:pt x="1183" y="1410"/>
                    <a:pt x="1757" y="1396"/>
                  </a:cubicBezTo>
                  <a:lnTo>
                    <a:pt x="3155" y="1396"/>
                  </a:lnTo>
                  <a:lnTo>
                    <a:pt x="3155" y="1743"/>
                  </a:lnTo>
                  <a:cubicBezTo>
                    <a:pt x="3149" y="1837"/>
                    <a:pt x="3184" y="1930"/>
                    <a:pt x="3252" y="1996"/>
                  </a:cubicBezTo>
                  <a:cubicBezTo>
                    <a:pt x="3319" y="2062"/>
                    <a:pt x="3410" y="2097"/>
                    <a:pt x="3505" y="2091"/>
                  </a:cubicBezTo>
                  <a:cubicBezTo>
                    <a:pt x="3599" y="2097"/>
                    <a:pt x="3692" y="2062"/>
                    <a:pt x="3759" y="1996"/>
                  </a:cubicBezTo>
                  <a:cubicBezTo>
                    <a:pt x="3827" y="1930"/>
                    <a:pt x="3862" y="1837"/>
                    <a:pt x="3855" y="1743"/>
                  </a:cubicBezTo>
                  <a:lnTo>
                    <a:pt x="3855" y="1396"/>
                  </a:lnTo>
                  <a:lnTo>
                    <a:pt x="7353" y="1396"/>
                  </a:lnTo>
                  <a:lnTo>
                    <a:pt x="7353" y="1743"/>
                  </a:lnTo>
                  <a:cubicBezTo>
                    <a:pt x="7353" y="1936"/>
                    <a:pt x="7509" y="2091"/>
                    <a:pt x="7703" y="2091"/>
                  </a:cubicBezTo>
                  <a:cubicBezTo>
                    <a:pt x="7795" y="2091"/>
                    <a:pt x="7884" y="2055"/>
                    <a:pt x="7950" y="1990"/>
                  </a:cubicBezTo>
                  <a:cubicBezTo>
                    <a:pt x="8015" y="1925"/>
                    <a:pt x="8053" y="1836"/>
                    <a:pt x="8053" y="1743"/>
                  </a:cubicBezTo>
                  <a:lnTo>
                    <a:pt x="8053" y="1396"/>
                  </a:lnTo>
                  <a:lnTo>
                    <a:pt x="9452" y="1396"/>
                  </a:lnTo>
                  <a:cubicBezTo>
                    <a:pt x="10025" y="1410"/>
                    <a:pt x="10486" y="1868"/>
                    <a:pt x="10500" y="2438"/>
                  </a:cubicBezTo>
                  <a:lnTo>
                    <a:pt x="10500" y="3480"/>
                  </a:lnTo>
                  <a:lnTo>
                    <a:pt x="707" y="3480"/>
                  </a:lnTo>
                  <a:lnTo>
                    <a:pt x="707" y="2438"/>
                  </a:lnTo>
                  <a:close/>
                  <a:moveTo>
                    <a:pt x="10499" y="8691"/>
                  </a:moveTo>
                  <a:cubicBezTo>
                    <a:pt x="10485" y="9261"/>
                    <a:pt x="10023" y="9718"/>
                    <a:pt x="9450" y="9733"/>
                  </a:cubicBezTo>
                  <a:lnTo>
                    <a:pt x="1757" y="9733"/>
                  </a:lnTo>
                  <a:cubicBezTo>
                    <a:pt x="1183" y="9720"/>
                    <a:pt x="720" y="9261"/>
                    <a:pt x="707" y="8691"/>
                  </a:cubicBezTo>
                  <a:lnTo>
                    <a:pt x="707" y="4175"/>
                  </a:lnTo>
                  <a:lnTo>
                    <a:pt x="10500" y="4175"/>
                  </a:lnTo>
                  <a:lnTo>
                    <a:pt x="10499" y="8691"/>
                  </a:lnTo>
                  <a:close/>
                  <a:moveTo>
                    <a:pt x="10499" y="8691"/>
                  </a:moveTo>
                  <a:close/>
                  <a:moveTo>
                    <a:pt x="2504" y="8691"/>
                  </a:moveTo>
                  <a:cubicBezTo>
                    <a:pt x="2689" y="8696"/>
                    <a:pt x="2868" y="8620"/>
                    <a:pt x="2991" y="8482"/>
                  </a:cubicBezTo>
                  <a:cubicBezTo>
                    <a:pt x="3125" y="8356"/>
                    <a:pt x="3202" y="8179"/>
                    <a:pt x="3202" y="7996"/>
                  </a:cubicBezTo>
                  <a:cubicBezTo>
                    <a:pt x="3202" y="7812"/>
                    <a:pt x="3125" y="7636"/>
                    <a:pt x="2991" y="7510"/>
                  </a:cubicBezTo>
                  <a:cubicBezTo>
                    <a:pt x="2864" y="7376"/>
                    <a:pt x="2687" y="7301"/>
                    <a:pt x="2502" y="7301"/>
                  </a:cubicBezTo>
                  <a:cubicBezTo>
                    <a:pt x="2316" y="7301"/>
                    <a:pt x="2140" y="7376"/>
                    <a:pt x="2012" y="7510"/>
                  </a:cubicBezTo>
                  <a:cubicBezTo>
                    <a:pt x="1878" y="7636"/>
                    <a:pt x="1802" y="7812"/>
                    <a:pt x="1802" y="7996"/>
                  </a:cubicBezTo>
                  <a:cubicBezTo>
                    <a:pt x="1802" y="8179"/>
                    <a:pt x="1878" y="8356"/>
                    <a:pt x="2012" y="8482"/>
                  </a:cubicBezTo>
                  <a:cubicBezTo>
                    <a:pt x="2137" y="8621"/>
                    <a:pt x="2317" y="8697"/>
                    <a:pt x="2504" y="8691"/>
                  </a:cubicBezTo>
                  <a:close/>
                  <a:moveTo>
                    <a:pt x="2504" y="6606"/>
                  </a:moveTo>
                  <a:cubicBezTo>
                    <a:pt x="2689" y="6611"/>
                    <a:pt x="2868" y="6535"/>
                    <a:pt x="2991" y="6398"/>
                  </a:cubicBezTo>
                  <a:cubicBezTo>
                    <a:pt x="3118" y="6267"/>
                    <a:pt x="3193" y="6095"/>
                    <a:pt x="3202" y="5912"/>
                  </a:cubicBezTo>
                  <a:cubicBezTo>
                    <a:pt x="3194" y="5730"/>
                    <a:pt x="3119" y="5557"/>
                    <a:pt x="2991" y="5426"/>
                  </a:cubicBezTo>
                  <a:cubicBezTo>
                    <a:pt x="2864" y="5292"/>
                    <a:pt x="2687" y="5217"/>
                    <a:pt x="2502" y="5217"/>
                  </a:cubicBezTo>
                  <a:cubicBezTo>
                    <a:pt x="2316" y="5217"/>
                    <a:pt x="2139" y="5292"/>
                    <a:pt x="2012" y="5426"/>
                  </a:cubicBezTo>
                  <a:cubicBezTo>
                    <a:pt x="1885" y="5557"/>
                    <a:pt x="1810" y="5730"/>
                    <a:pt x="1802" y="5912"/>
                  </a:cubicBezTo>
                  <a:cubicBezTo>
                    <a:pt x="1810" y="6095"/>
                    <a:pt x="1884" y="6267"/>
                    <a:pt x="2012" y="6398"/>
                  </a:cubicBezTo>
                  <a:cubicBezTo>
                    <a:pt x="2137" y="6536"/>
                    <a:pt x="2317" y="6612"/>
                    <a:pt x="2504" y="6606"/>
                  </a:cubicBezTo>
                  <a:close/>
                  <a:moveTo>
                    <a:pt x="5646" y="8691"/>
                  </a:moveTo>
                  <a:cubicBezTo>
                    <a:pt x="5929" y="8695"/>
                    <a:pt x="6185" y="8526"/>
                    <a:pt x="6294" y="8265"/>
                  </a:cubicBezTo>
                  <a:cubicBezTo>
                    <a:pt x="6401" y="8005"/>
                    <a:pt x="6339" y="7705"/>
                    <a:pt x="6136" y="7510"/>
                  </a:cubicBezTo>
                  <a:cubicBezTo>
                    <a:pt x="6009" y="7376"/>
                    <a:pt x="5831" y="7301"/>
                    <a:pt x="5646" y="7301"/>
                  </a:cubicBezTo>
                  <a:cubicBezTo>
                    <a:pt x="5461" y="7301"/>
                    <a:pt x="5284" y="7376"/>
                    <a:pt x="5156" y="7510"/>
                  </a:cubicBezTo>
                  <a:cubicBezTo>
                    <a:pt x="5023" y="7636"/>
                    <a:pt x="4946" y="7812"/>
                    <a:pt x="4946" y="7996"/>
                  </a:cubicBezTo>
                  <a:cubicBezTo>
                    <a:pt x="4946" y="8179"/>
                    <a:pt x="5023" y="8356"/>
                    <a:pt x="5156" y="8482"/>
                  </a:cubicBezTo>
                  <a:cubicBezTo>
                    <a:pt x="5281" y="8621"/>
                    <a:pt x="5461" y="8696"/>
                    <a:pt x="5646" y="8691"/>
                  </a:cubicBezTo>
                  <a:close/>
                  <a:moveTo>
                    <a:pt x="5646" y="6606"/>
                  </a:moveTo>
                  <a:cubicBezTo>
                    <a:pt x="6030" y="6598"/>
                    <a:pt x="6339" y="6292"/>
                    <a:pt x="6349" y="5912"/>
                  </a:cubicBezTo>
                  <a:cubicBezTo>
                    <a:pt x="6340" y="5730"/>
                    <a:pt x="6267" y="5557"/>
                    <a:pt x="6139" y="5426"/>
                  </a:cubicBezTo>
                  <a:cubicBezTo>
                    <a:pt x="6012" y="5292"/>
                    <a:pt x="5834" y="5217"/>
                    <a:pt x="5649" y="5217"/>
                  </a:cubicBezTo>
                  <a:cubicBezTo>
                    <a:pt x="5464" y="5217"/>
                    <a:pt x="5288" y="5292"/>
                    <a:pt x="5159" y="5426"/>
                  </a:cubicBezTo>
                  <a:cubicBezTo>
                    <a:pt x="5032" y="5557"/>
                    <a:pt x="4958" y="5730"/>
                    <a:pt x="4949" y="5912"/>
                  </a:cubicBezTo>
                  <a:cubicBezTo>
                    <a:pt x="4957" y="6093"/>
                    <a:pt x="5029" y="6266"/>
                    <a:pt x="5154" y="6398"/>
                  </a:cubicBezTo>
                  <a:cubicBezTo>
                    <a:pt x="5280" y="6536"/>
                    <a:pt x="5460" y="6612"/>
                    <a:pt x="5646" y="6606"/>
                  </a:cubicBezTo>
                  <a:close/>
                  <a:moveTo>
                    <a:pt x="8630" y="8691"/>
                  </a:moveTo>
                  <a:cubicBezTo>
                    <a:pt x="8817" y="8696"/>
                    <a:pt x="8995" y="8620"/>
                    <a:pt x="9120" y="8482"/>
                  </a:cubicBezTo>
                  <a:cubicBezTo>
                    <a:pt x="9254" y="8356"/>
                    <a:pt x="9330" y="8179"/>
                    <a:pt x="9330" y="7996"/>
                  </a:cubicBezTo>
                  <a:cubicBezTo>
                    <a:pt x="9330" y="7812"/>
                    <a:pt x="9254" y="7636"/>
                    <a:pt x="9120" y="7510"/>
                  </a:cubicBezTo>
                  <a:cubicBezTo>
                    <a:pt x="8993" y="7376"/>
                    <a:pt x="8815" y="7301"/>
                    <a:pt x="8630" y="7301"/>
                  </a:cubicBezTo>
                  <a:cubicBezTo>
                    <a:pt x="8445" y="7301"/>
                    <a:pt x="8268" y="7376"/>
                    <a:pt x="8140" y="7510"/>
                  </a:cubicBezTo>
                  <a:cubicBezTo>
                    <a:pt x="8003" y="7633"/>
                    <a:pt x="7925" y="7811"/>
                    <a:pt x="7930" y="7996"/>
                  </a:cubicBezTo>
                  <a:cubicBezTo>
                    <a:pt x="7939" y="8178"/>
                    <a:pt x="8013" y="8351"/>
                    <a:pt x="8140" y="8482"/>
                  </a:cubicBezTo>
                  <a:cubicBezTo>
                    <a:pt x="8265" y="8620"/>
                    <a:pt x="8444" y="8696"/>
                    <a:pt x="8630" y="8691"/>
                  </a:cubicBezTo>
                  <a:close/>
                  <a:moveTo>
                    <a:pt x="8630" y="6606"/>
                  </a:moveTo>
                  <a:cubicBezTo>
                    <a:pt x="9013" y="6597"/>
                    <a:pt x="9320" y="6291"/>
                    <a:pt x="9329" y="5912"/>
                  </a:cubicBezTo>
                  <a:cubicBezTo>
                    <a:pt x="9320" y="5730"/>
                    <a:pt x="9247" y="5557"/>
                    <a:pt x="9119" y="5426"/>
                  </a:cubicBezTo>
                  <a:cubicBezTo>
                    <a:pt x="8992" y="5292"/>
                    <a:pt x="8814" y="5217"/>
                    <a:pt x="8629" y="5217"/>
                  </a:cubicBezTo>
                  <a:cubicBezTo>
                    <a:pt x="8444" y="5217"/>
                    <a:pt x="8267" y="5292"/>
                    <a:pt x="8139" y="5426"/>
                  </a:cubicBezTo>
                  <a:cubicBezTo>
                    <a:pt x="8013" y="5557"/>
                    <a:pt x="7938" y="5730"/>
                    <a:pt x="7929" y="5912"/>
                  </a:cubicBezTo>
                  <a:cubicBezTo>
                    <a:pt x="7938" y="6095"/>
                    <a:pt x="8012" y="6267"/>
                    <a:pt x="8139" y="6398"/>
                  </a:cubicBezTo>
                  <a:cubicBezTo>
                    <a:pt x="8265" y="6536"/>
                    <a:pt x="8444" y="6612"/>
                    <a:pt x="8630" y="6606"/>
                  </a:cubicBezTo>
                  <a:close/>
                  <a:moveTo>
                    <a:pt x="8630" y="6606"/>
                  </a:move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88BB8F7B-0F58-4621-B2DA-F468E1A0F837}"/>
              </a:ext>
            </a:extLst>
          </p:cNvPr>
          <p:cNvSpPr txBox="1"/>
          <p:nvPr/>
        </p:nvSpPr>
        <p:spPr>
          <a:xfrm>
            <a:off x="6725624" y="5306884"/>
            <a:ext cx="3153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75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dấu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5F22F35A-FC20-48A1-9230-ADFDBFD8A437}"/>
              </a:ext>
            </a:extLst>
          </p:cNvPr>
          <p:cNvSpPr/>
          <p:nvPr/>
        </p:nvSpPr>
        <p:spPr>
          <a:xfrm>
            <a:off x="9992768" y="4092732"/>
            <a:ext cx="117061" cy="117061"/>
          </a:xfrm>
          <a:prstGeom prst="ellipse">
            <a:avLst/>
          </a:prstGeom>
          <a:solidFill>
            <a:srgbClr val="64A2A4"/>
          </a:solidFill>
          <a:ln w="127000">
            <a:solidFill>
              <a:srgbClr val="64A2A4">
                <a:alpha val="43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1D3AD96F-C2CB-4302-B613-EECC33446718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10051299" y="3667889"/>
            <a:ext cx="0" cy="424842"/>
          </a:xfrm>
          <a:prstGeom prst="line">
            <a:avLst/>
          </a:prstGeom>
          <a:ln w="19050">
            <a:gradFill>
              <a:gsLst>
                <a:gs pos="0">
                  <a:srgbClr val="64A2A4"/>
                </a:gs>
                <a:gs pos="100000">
                  <a:srgbClr val="64A2A4">
                    <a:alpha val="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椭圆 53">
            <a:extLst>
              <a:ext uri="{FF2B5EF4-FFF2-40B4-BE49-F238E27FC236}">
                <a16:creationId xmlns:a16="http://schemas.microsoft.com/office/drawing/2014/main" id="{F85F844D-3FEA-48B6-AE03-3CCDEE71DAD5}"/>
              </a:ext>
            </a:extLst>
          </p:cNvPr>
          <p:cNvSpPr/>
          <p:nvPr/>
        </p:nvSpPr>
        <p:spPr>
          <a:xfrm>
            <a:off x="9690476" y="2087947"/>
            <a:ext cx="721643" cy="721642"/>
          </a:xfrm>
          <a:prstGeom prst="ellipse">
            <a:avLst/>
          </a:prstGeom>
          <a:solidFill>
            <a:srgbClr val="64A2A4"/>
          </a:soli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endParaRPr lang="zh-CN" altLang="en-US" sz="2000" kern="0" dirty="0">
              <a:solidFill>
                <a:prstClr val="white"/>
              </a:solidFill>
              <a:latin typeface="思源黑体" panose="020B0500000000000000" pitchFamily="34" charset="-122"/>
              <a:ea typeface="思源黑体 CN Medium" panose="020B0600000000000000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55" name="Group 20">
            <a:extLst>
              <a:ext uri="{FF2B5EF4-FFF2-40B4-BE49-F238E27FC236}">
                <a16:creationId xmlns:a16="http://schemas.microsoft.com/office/drawing/2014/main" id="{2727E16F-4BC7-4E9A-B275-54DA5D13B641}"/>
              </a:ext>
            </a:extLst>
          </p:cNvPr>
          <p:cNvGrpSpPr/>
          <p:nvPr/>
        </p:nvGrpSpPr>
        <p:grpSpPr>
          <a:xfrm>
            <a:off x="9844567" y="2236396"/>
            <a:ext cx="413463" cy="412834"/>
            <a:chOff x="1401682" y="3903908"/>
            <a:chExt cx="617689" cy="616755"/>
          </a:xfrm>
          <a:solidFill>
            <a:schemeClr val="bg1"/>
          </a:solidFill>
        </p:grpSpPr>
        <p:sp>
          <p:nvSpPr>
            <p:cNvPr id="56" name="图形 4" descr="原子 纯色填充">
              <a:extLst>
                <a:ext uri="{FF2B5EF4-FFF2-40B4-BE49-F238E27FC236}">
                  <a16:creationId xmlns:a16="http://schemas.microsoft.com/office/drawing/2014/main" id="{6A89F82B-40D6-4AF7-800D-48BD2CB22021}"/>
                </a:ext>
              </a:extLst>
            </p:cNvPr>
            <p:cNvSpPr/>
            <p:nvPr/>
          </p:nvSpPr>
          <p:spPr>
            <a:xfrm>
              <a:off x="1661842" y="4166029"/>
              <a:ext cx="92653" cy="92513"/>
            </a:xfrm>
            <a:custGeom>
              <a:avLst/>
              <a:gdLst>
                <a:gd name="T0" fmla="*/ 6367 w 6638"/>
                <a:gd name="T1" fmla="*/ 3048 h 6638"/>
                <a:gd name="T2" fmla="*/ 5653 w 6638"/>
                <a:gd name="T3" fmla="*/ 3048 h 6638"/>
                <a:gd name="T4" fmla="*/ 3590 w 6638"/>
                <a:gd name="T5" fmla="*/ 1006 h 6638"/>
                <a:gd name="T6" fmla="*/ 3590 w 6638"/>
                <a:gd name="T7" fmla="*/ 271 h 6638"/>
                <a:gd name="T8" fmla="*/ 3319 w 6638"/>
                <a:gd name="T9" fmla="*/ 0 h 6638"/>
                <a:gd name="T10" fmla="*/ 3048 w 6638"/>
                <a:gd name="T11" fmla="*/ 271 h 6638"/>
                <a:gd name="T12" fmla="*/ 3048 w 6638"/>
                <a:gd name="T13" fmla="*/ 1004 h 6638"/>
                <a:gd name="T14" fmla="*/ 966 w 6638"/>
                <a:gd name="T15" fmla="*/ 3048 h 6638"/>
                <a:gd name="T16" fmla="*/ 271 w 6638"/>
                <a:gd name="T17" fmla="*/ 3048 h 6638"/>
                <a:gd name="T18" fmla="*/ 0 w 6638"/>
                <a:gd name="T19" fmla="*/ 3319 h 6638"/>
                <a:gd name="T20" fmla="*/ 271 w 6638"/>
                <a:gd name="T21" fmla="*/ 3590 h 6638"/>
                <a:gd name="T22" fmla="*/ 963 w 6638"/>
                <a:gd name="T23" fmla="*/ 3590 h 6638"/>
                <a:gd name="T24" fmla="*/ 3048 w 6638"/>
                <a:gd name="T25" fmla="*/ 5663 h 6638"/>
                <a:gd name="T26" fmla="*/ 3048 w 6638"/>
                <a:gd name="T27" fmla="*/ 6367 h 6638"/>
                <a:gd name="T28" fmla="*/ 3319 w 6638"/>
                <a:gd name="T29" fmla="*/ 6638 h 6638"/>
                <a:gd name="T30" fmla="*/ 3590 w 6638"/>
                <a:gd name="T31" fmla="*/ 6367 h 6638"/>
                <a:gd name="T32" fmla="*/ 3590 w 6638"/>
                <a:gd name="T33" fmla="*/ 5660 h 6638"/>
                <a:gd name="T34" fmla="*/ 5657 w 6638"/>
                <a:gd name="T35" fmla="*/ 3590 h 6638"/>
                <a:gd name="T36" fmla="*/ 6367 w 6638"/>
                <a:gd name="T37" fmla="*/ 3590 h 6638"/>
                <a:gd name="T38" fmla="*/ 6638 w 6638"/>
                <a:gd name="T39" fmla="*/ 3319 h 6638"/>
                <a:gd name="T40" fmla="*/ 6367 w 6638"/>
                <a:gd name="T41" fmla="*/ 3048 h 6638"/>
                <a:gd name="T42" fmla="*/ 3590 w 6638"/>
                <a:gd name="T43" fmla="*/ 5112 h 6638"/>
                <a:gd name="T44" fmla="*/ 3590 w 6638"/>
                <a:gd name="T45" fmla="*/ 4218 h 6638"/>
                <a:gd name="T46" fmla="*/ 3319 w 6638"/>
                <a:gd name="T47" fmla="*/ 3947 h 6638"/>
                <a:gd name="T48" fmla="*/ 3048 w 6638"/>
                <a:gd name="T49" fmla="*/ 4218 h 6638"/>
                <a:gd name="T50" fmla="*/ 3048 w 6638"/>
                <a:gd name="T51" fmla="*/ 5115 h 6638"/>
                <a:gd name="T52" fmla="*/ 1511 w 6638"/>
                <a:gd name="T53" fmla="*/ 3590 h 6638"/>
                <a:gd name="T54" fmla="*/ 2420 w 6638"/>
                <a:gd name="T55" fmla="*/ 3590 h 6638"/>
                <a:gd name="T56" fmla="*/ 2691 w 6638"/>
                <a:gd name="T57" fmla="*/ 3319 h 6638"/>
                <a:gd name="T58" fmla="*/ 2420 w 6638"/>
                <a:gd name="T59" fmla="*/ 3048 h 6638"/>
                <a:gd name="T60" fmla="*/ 1515 w 6638"/>
                <a:gd name="T61" fmla="*/ 3048 h 6638"/>
                <a:gd name="T62" fmla="*/ 3048 w 6638"/>
                <a:gd name="T63" fmla="*/ 1552 h 6638"/>
                <a:gd name="T64" fmla="*/ 3048 w 6638"/>
                <a:gd name="T65" fmla="*/ 2420 h 6638"/>
                <a:gd name="T66" fmla="*/ 3319 w 6638"/>
                <a:gd name="T67" fmla="*/ 2691 h 6638"/>
                <a:gd name="T68" fmla="*/ 3590 w 6638"/>
                <a:gd name="T69" fmla="*/ 2420 h 6638"/>
                <a:gd name="T70" fmla="*/ 3590 w 6638"/>
                <a:gd name="T71" fmla="*/ 1555 h 6638"/>
                <a:gd name="T72" fmla="*/ 5104 w 6638"/>
                <a:gd name="T73" fmla="*/ 3048 h 6638"/>
                <a:gd name="T74" fmla="*/ 4218 w 6638"/>
                <a:gd name="T75" fmla="*/ 3048 h 6638"/>
                <a:gd name="T76" fmla="*/ 3947 w 6638"/>
                <a:gd name="T77" fmla="*/ 3319 h 6638"/>
                <a:gd name="T78" fmla="*/ 4218 w 6638"/>
                <a:gd name="T79" fmla="*/ 3590 h 6638"/>
                <a:gd name="T80" fmla="*/ 5109 w 6638"/>
                <a:gd name="T81" fmla="*/ 3590 h 6638"/>
                <a:gd name="T82" fmla="*/ 3590 w 6638"/>
                <a:gd name="T83" fmla="*/ 5112 h 6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38" h="6638">
                  <a:moveTo>
                    <a:pt x="6367" y="3048"/>
                  </a:moveTo>
                  <a:lnTo>
                    <a:pt x="5653" y="3048"/>
                  </a:lnTo>
                  <a:cubicBezTo>
                    <a:pt x="5522" y="1981"/>
                    <a:pt x="4666" y="1133"/>
                    <a:pt x="3590" y="1006"/>
                  </a:cubicBezTo>
                  <a:lnTo>
                    <a:pt x="3590" y="271"/>
                  </a:lnTo>
                  <a:cubicBezTo>
                    <a:pt x="3590" y="121"/>
                    <a:pt x="3469" y="0"/>
                    <a:pt x="3319" y="0"/>
                  </a:cubicBezTo>
                  <a:cubicBezTo>
                    <a:pt x="3169" y="0"/>
                    <a:pt x="3048" y="121"/>
                    <a:pt x="3048" y="271"/>
                  </a:cubicBezTo>
                  <a:lnTo>
                    <a:pt x="3048" y="1004"/>
                  </a:lnTo>
                  <a:cubicBezTo>
                    <a:pt x="1963" y="1123"/>
                    <a:pt x="1098" y="1975"/>
                    <a:pt x="966" y="3048"/>
                  </a:cubicBezTo>
                  <a:lnTo>
                    <a:pt x="271" y="3048"/>
                  </a:lnTo>
                  <a:cubicBezTo>
                    <a:pt x="121" y="3048"/>
                    <a:pt x="0" y="3169"/>
                    <a:pt x="0" y="3319"/>
                  </a:cubicBezTo>
                  <a:cubicBezTo>
                    <a:pt x="0" y="3469"/>
                    <a:pt x="121" y="3590"/>
                    <a:pt x="271" y="3590"/>
                  </a:cubicBezTo>
                  <a:lnTo>
                    <a:pt x="963" y="3590"/>
                  </a:lnTo>
                  <a:cubicBezTo>
                    <a:pt x="1082" y="4677"/>
                    <a:pt x="1954" y="5542"/>
                    <a:pt x="3048" y="5663"/>
                  </a:cubicBezTo>
                  <a:lnTo>
                    <a:pt x="3048" y="6367"/>
                  </a:lnTo>
                  <a:cubicBezTo>
                    <a:pt x="3048" y="6517"/>
                    <a:pt x="3169" y="6638"/>
                    <a:pt x="3319" y="6638"/>
                  </a:cubicBezTo>
                  <a:cubicBezTo>
                    <a:pt x="3469" y="6638"/>
                    <a:pt x="3590" y="6517"/>
                    <a:pt x="3590" y="6367"/>
                  </a:cubicBezTo>
                  <a:lnTo>
                    <a:pt x="3590" y="5660"/>
                  </a:lnTo>
                  <a:cubicBezTo>
                    <a:pt x="4676" y="5532"/>
                    <a:pt x="5537" y="4671"/>
                    <a:pt x="5657" y="3590"/>
                  </a:cubicBezTo>
                  <a:lnTo>
                    <a:pt x="6367" y="3590"/>
                  </a:lnTo>
                  <a:cubicBezTo>
                    <a:pt x="6517" y="3590"/>
                    <a:pt x="6638" y="3469"/>
                    <a:pt x="6638" y="3319"/>
                  </a:cubicBezTo>
                  <a:cubicBezTo>
                    <a:pt x="6638" y="3169"/>
                    <a:pt x="6517" y="3048"/>
                    <a:pt x="6367" y="3048"/>
                  </a:cubicBezTo>
                  <a:close/>
                  <a:moveTo>
                    <a:pt x="3590" y="5112"/>
                  </a:moveTo>
                  <a:lnTo>
                    <a:pt x="3590" y="4218"/>
                  </a:lnTo>
                  <a:cubicBezTo>
                    <a:pt x="3590" y="4069"/>
                    <a:pt x="3469" y="3947"/>
                    <a:pt x="3319" y="3947"/>
                  </a:cubicBezTo>
                  <a:cubicBezTo>
                    <a:pt x="3169" y="3947"/>
                    <a:pt x="3048" y="4069"/>
                    <a:pt x="3048" y="4218"/>
                  </a:cubicBezTo>
                  <a:lnTo>
                    <a:pt x="3048" y="5115"/>
                  </a:lnTo>
                  <a:cubicBezTo>
                    <a:pt x="2253" y="5001"/>
                    <a:pt x="1625" y="4377"/>
                    <a:pt x="1511" y="3590"/>
                  </a:cubicBezTo>
                  <a:lnTo>
                    <a:pt x="2420" y="3590"/>
                  </a:lnTo>
                  <a:cubicBezTo>
                    <a:pt x="2570" y="3590"/>
                    <a:pt x="2691" y="3469"/>
                    <a:pt x="2691" y="3319"/>
                  </a:cubicBezTo>
                  <a:cubicBezTo>
                    <a:pt x="2691" y="3170"/>
                    <a:pt x="2570" y="3048"/>
                    <a:pt x="2420" y="3048"/>
                  </a:cubicBezTo>
                  <a:lnTo>
                    <a:pt x="1515" y="3048"/>
                  </a:lnTo>
                  <a:cubicBezTo>
                    <a:pt x="1640" y="2274"/>
                    <a:pt x="2263" y="1665"/>
                    <a:pt x="3048" y="1552"/>
                  </a:cubicBezTo>
                  <a:lnTo>
                    <a:pt x="3048" y="2420"/>
                  </a:lnTo>
                  <a:cubicBezTo>
                    <a:pt x="3048" y="2570"/>
                    <a:pt x="3170" y="2691"/>
                    <a:pt x="3319" y="2691"/>
                  </a:cubicBezTo>
                  <a:cubicBezTo>
                    <a:pt x="3469" y="2691"/>
                    <a:pt x="3590" y="2570"/>
                    <a:pt x="3590" y="2420"/>
                  </a:cubicBezTo>
                  <a:lnTo>
                    <a:pt x="3590" y="1555"/>
                  </a:lnTo>
                  <a:cubicBezTo>
                    <a:pt x="4366" y="1675"/>
                    <a:pt x="4980" y="2280"/>
                    <a:pt x="5104" y="3048"/>
                  </a:cubicBezTo>
                  <a:lnTo>
                    <a:pt x="4218" y="3048"/>
                  </a:lnTo>
                  <a:cubicBezTo>
                    <a:pt x="4068" y="3048"/>
                    <a:pt x="3947" y="3170"/>
                    <a:pt x="3947" y="3319"/>
                  </a:cubicBezTo>
                  <a:cubicBezTo>
                    <a:pt x="3947" y="3469"/>
                    <a:pt x="4068" y="3590"/>
                    <a:pt x="4218" y="3590"/>
                  </a:cubicBezTo>
                  <a:lnTo>
                    <a:pt x="5109" y="3590"/>
                  </a:lnTo>
                  <a:cubicBezTo>
                    <a:pt x="4995" y="4371"/>
                    <a:pt x="4376" y="4991"/>
                    <a:pt x="3590" y="5112"/>
                  </a:cubicBez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57" name="图形 4" descr="原子 纯色填充">
              <a:extLst>
                <a:ext uri="{FF2B5EF4-FFF2-40B4-BE49-F238E27FC236}">
                  <a16:creationId xmlns:a16="http://schemas.microsoft.com/office/drawing/2014/main" id="{A577496E-A91F-4729-BB86-AF10DE7E5A17}"/>
                </a:ext>
              </a:extLst>
            </p:cNvPr>
            <p:cNvSpPr/>
            <p:nvPr/>
          </p:nvSpPr>
          <p:spPr>
            <a:xfrm>
              <a:off x="1401682" y="3903908"/>
              <a:ext cx="617689" cy="616755"/>
            </a:xfrm>
            <a:custGeom>
              <a:avLst/>
              <a:gdLst>
                <a:gd name="T0" fmla="*/ 6367 w 6638"/>
                <a:gd name="T1" fmla="*/ 3048 h 6638"/>
                <a:gd name="T2" fmla="*/ 5653 w 6638"/>
                <a:gd name="T3" fmla="*/ 3048 h 6638"/>
                <a:gd name="T4" fmla="*/ 3590 w 6638"/>
                <a:gd name="T5" fmla="*/ 1006 h 6638"/>
                <a:gd name="T6" fmla="*/ 3590 w 6638"/>
                <a:gd name="T7" fmla="*/ 271 h 6638"/>
                <a:gd name="T8" fmla="*/ 3319 w 6638"/>
                <a:gd name="T9" fmla="*/ 0 h 6638"/>
                <a:gd name="T10" fmla="*/ 3048 w 6638"/>
                <a:gd name="T11" fmla="*/ 271 h 6638"/>
                <a:gd name="T12" fmla="*/ 3048 w 6638"/>
                <a:gd name="T13" fmla="*/ 1004 h 6638"/>
                <a:gd name="T14" fmla="*/ 966 w 6638"/>
                <a:gd name="T15" fmla="*/ 3048 h 6638"/>
                <a:gd name="T16" fmla="*/ 271 w 6638"/>
                <a:gd name="T17" fmla="*/ 3048 h 6638"/>
                <a:gd name="T18" fmla="*/ 0 w 6638"/>
                <a:gd name="T19" fmla="*/ 3319 h 6638"/>
                <a:gd name="T20" fmla="*/ 271 w 6638"/>
                <a:gd name="T21" fmla="*/ 3590 h 6638"/>
                <a:gd name="T22" fmla="*/ 963 w 6638"/>
                <a:gd name="T23" fmla="*/ 3590 h 6638"/>
                <a:gd name="T24" fmla="*/ 3048 w 6638"/>
                <a:gd name="T25" fmla="*/ 5663 h 6638"/>
                <a:gd name="T26" fmla="*/ 3048 w 6638"/>
                <a:gd name="T27" fmla="*/ 6367 h 6638"/>
                <a:gd name="T28" fmla="*/ 3319 w 6638"/>
                <a:gd name="T29" fmla="*/ 6638 h 6638"/>
                <a:gd name="T30" fmla="*/ 3590 w 6638"/>
                <a:gd name="T31" fmla="*/ 6367 h 6638"/>
                <a:gd name="T32" fmla="*/ 3590 w 6638"/>
                <a:gd name="T33" fmla="*/ 5660 h 6638"/>
                <a:gd name="T34" fmla="*/ 5657 w 6638"/>
                <a:gd name="T35" fmla="*/ 3590 h 6638"/>
                <a:gd name="T36" fmla="*/ 6367 w 6638"/>
                <a:gd name="T37" fmla="*/ 3590 h 6638"/>
                <a:gd name="T38" fmla="*/ 6638 w 6638"/>
                <a:gd name="T39" fmla="*/ 3319 h 6638"/>
                <a:gd name="T40" fmla="*/ 6367 w 6638"/>
                <a:gd name="T41" fmla="*/ 3048 h 6638"/>
                <a:gd name="T42" fmla="*/ 3590 w 6638"/>
                <a:gd name="T43" fmla="*/ 5112 h 6638"/>
                <a:gd name="T44" fmla="*/ 3590 w 6638"/>
                <a:gd name="T45" fmla="*/ 4218 h 6638"/>
                <a:gd name="T46" fmla="*/ 3319 w 6638"/>
                <a:gd name="T47" fmla="*/ 3947 h 6638"/>
                <a:gd name="T48" fmla="*/ 3048 w 6638"/>
                <a:gd name="T49" fmla="*/ 4218 h 6638"/>
                <a:gd name="T50" fmla="*/ 3048 w 6638"/>
                <a:gd name="T51" fmla="*/ 5115 h 6638"/>
                <a:gd name="T52" fmla="*/ 1511 w 6638"/>
                <a:gd name="T53" fmla="*/ 3590 h 6638"/>
                <a:gd name="T54" fmla="*/ 2420 w 6638"/>
                <a:gd name="T55" fmla="*/ 3590 h 6638"/>
                <a:gd name="T56" fmla="*/ 2691 w 6638"/>
                <a:gd name="T57" fmla="*/ 3319 h 6638"/>
                <a:gd name="T58" fmla="*/ 2420 w 6638"/>
                <a:gd name="T59" fmla="*/ 3048 h 6638"/>
                <a:gd name="T60" fmla="*/ 1515 w 6638"/>
                <a:gd name="T61" fmla="*/ 3048 h 6638"/>
                <a:gd name="T62" fmla="*/ 3048 w 6638"/>
                <a:gd name="T63" fmla="*/ 1552 h 6638"/>
                <a:gd name="T64" fmla="*/ 3048 w 6638"/>
                <a:gd name="T65" fmla="*/ 2420 h 6638"/>
                <a:gd name="T66" fmla="*/ 3319 w 6638"/>
                <a:gd name="T67" fmla="*/ 2691 h 6638"/>
                <a:gd name="T68" fmla="*/ 3590 w 6638"/>
                <a:gd name="T69" fmla="*/ 2420 h 6638"/>
                <a:gd name="T70" fmla="*/ 3590 w 6638"/>
                <a:gd name="T71" fmla="*/ 1555 h 6638"/>
                <a:gd name="T72" fmla="*/ 5104 w 6638"/>
                <a:gd name="T73" fmla="*/ 3048 h 6638"/>
                <a:gd name="T74" fmla="*/ 4218 w 6638"/>
                <a:gd name="T75" fmla="*/ 3048 h 6638"/>
                <a:gd name="T76" fmla="*/ 3947 w 6638"/>
                <a:gd name="T77" fmla="*/ 3319 h 6638"/>
                <a:gd name="T78" fmla="*/ 4218 w 6638"/>
                <a:gd name="T79" fmla="*/ 3590 h 6638"/>
                <a:gd name="T80" fmla="*/ 5109 w 6638"/>
                <a:gd name="T81" fmla="*/ 3590 h 6638"/>
                <a:gd name="T82" fmla="*/ 3590 w 6638"/>
                <a:gd name="T83" fmla="*/ 5112 h 6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638" h="6638">
                  <a:moveTo>
                    <a:pt x="6367" y="3048"/>
                  </a:moveTo>
                  <a:lnTo>
                    <a:pt x="5653" y="3048"/>
                  </a:lnTo>
                  <a:cubicBezTo>
                    <a:pt x="5522" y="1981"/>
                    <a:pt x="4666" y="1133"/>
                    <a:pt x="3590" y="1006"/>
                  </a:cubicBezTo>
                  <a:lnTo>
                    <a:pt x="3590" y="271"/>
                  </a:lnTo>
                  <a:cubicBezTo>
                    <a:pt x="3590" y="121"/>
                    <a:pt x="3469" y="0"/>
                    <a:pt x="3319" y="0"/>
                  </a:cubicBezTo>
                  <a:cubicBezTo>
                    <a:pt x="3169" y="0"/>
                    <a:pt x="3048" y="121"/>
                    <a:pt x="3048" y="271"/>
                  </a:cubicBezTo>
                  <a:lnTo>
                    <a:pt x="3048" y="1004"/>
                  </a:lnTo>
                  <a:cubicBezTo>
                    <a:pt x="1963" y="1123"/>
                    <a:pt x="1098" y="1975"/>
                    <a:pt x="966" y="3048"/>
                  </a:cubicBezTo>
                  <a:lnTo>
                    <a:pt x="271" y="3048"/>
                  </a:lnTo>
                  <a:cubicBezTo>
                    <a:pt x="121" y="3048"/>
                    <a:pt x="0" y="3169"/>
                    <a:pt x="0" y="3319"/>
                  </a:cubicBezTo>
                  <a:cubicBezTo>
                    <a:pt x="0" y="3469"/>
                    <a:pt x="121" y="3590"/>
                    <a:pt x="271" y="3590"/>
                  </a:cubicBezTo>
                  <a:lnTo>
                    <a:pt x="963" y="3590"/>
                  </a:lnTo>
                  <a:cubicBezTo>
                    <a:pt x="1082" y="4677"/>
                    <a:pt x="1954" y="5542"/>
                    <a:pt x="3048" y="5663"/>
                  </a:cubicBezTo>
                  <a:lnTo>
                    <a:pt x="3048" y="6367"/>
                  </a:lnTo>
                  <a:cubicBezTo>
                    <a:pt x="3048" y="6517"/>
                    <a:pt x="3169" y="6638"/>
                    <a:pt x="3319" y="6638"/>
                  </a:cubicBezTo>
                  <a:cubicBezTo>
                    <a:pt x="3469" y="6638"/>
                    <a:pt x="3590" y="6517"/>
                    <a:pt x="3590" y="6367"/>
                  </a:cubicBezTo>
                  <a:lnTo>
                    <a:pt x="3590" y="5660"/>
                  </a:lnTo>
                  <a:cubicBezTo>
                    <a:pt x="4676" y="5532"/>
                    <a:pt x="5537" y="4671"/>
                    <a:pt x="5657" y="3590"/>
                  </a:cubicBezTo>
                  <a:lnTo>
                    <a:pt x="6367" y="3590"/>
                  </a:lnTo>
                  <a:cubicBezTo>
                    <a:pt x="6517" y="3590"/>
                    <a:pt x="6638" y="3469"/>
                    <a:pt x="6638" y="3319"/>
                  </a:cubicBezTo>
                  <a:cubicBezTo>
                    <a:pt x="6638" y="3169"/>
                    <a:pt x="6517" y="3048"/>
                    <a:pt x="6367" y="3048"/>
                  </a:cubicBezTo>
                  <a:close/>
                  <a:moveTo>
                    <a:pt x="3590" y="5112"/>
                  </a:moveTo>
                  <a:lnTo>
                    <a:pt x="3590" y="4218"/>
                  </a:lnTo>
                  <a:cubicBezTo>
                    <a:pt x="3590" y="4069"/>
                    <a:pt x="3469" y="3947"/>
                    <a:pt x="3319" y="3947"/>
                  </a:cubicBezTo>
                  <a:cubicBezTo>
                    <a:pt x="3169" y="3947"/>
                    <a:pt x="3048" y="4069"/>
                    <a:pt x="3048" y="4218"/>
                  </a:cubicBezTo>
                  <a:lnTo>
                    <a:pt x="3048" y="5115"/>
                  </a:lnTo>
                  <a:cubicBezTo>
                    <a:pt x="2253" y="5001"/>
                    <a:pt x="1625" y="4377"/>
                    <a:pt x="1511" y="3590"/>
                  </a:cubicBezTo>
                  <a:lnTo>
                    <a:pt x="2420" y="3590"/>
                  </a:lnTo>
                  <a:cubicBezTo>
                    <a:pt x="2570" y="3590"/>
                    <a:pt x="2691" y="3469"/>
                    <a:pt x="2691" y="3319"/>
                  </a:cubicBezTo>
                  <a:cubicBezTo>
                    <a:pt x="2691" y="3170"/>
                    <a:pt x="2570" y="3048"/>
                    <a:pt x="2420" y="3048"/>
                  </a:cubicBezTo>
                  <a:lnTo>
                    <a:pt x="1515" y="3048"/>
                  </a:lnTo>
                  <a:cubicBezTo>
                    <a:pt x="1640" y="2274"/>
                    <a:pt x="2263" y="1665"/>
                    <a:pt x="3048" y="1552"/>
                  </a:cubicBezTo>
                  <a:lnTo>
                    <a:pt x="3048" y="2420"/>
                  </a:lnTo>
                  <a:cubicBezTo>
                    <a:pt x="3048" y="2570"/>
                    <a:pt x="3170" y="2691"/>
                    <a:pt x="3319" y="2691"/>
                  </a:cubicBezTo>
                  <a:cubicBezTo>
                    <a:pt x="3469" y="2691"/>
                    <a:pt x="3590" y="2570"/>
                    <a:pt x="3590" y="2420"/>
                  </a:cubicBezTo>
                  <a:lnTo>
                    <a:pt x="3590" y="1555"/>
                  </a:lnTo>
                  <a:cubicBezTo>
                    <a:pt x="4366" y="1675"/>
                    <a:pt x="4980" y="2280"/>
                    <a:pt x="5104" y="3048"/>
                  </a:cubicBezTo>
                  <a:lnTo>
                    <a:pt x="4218" y="3048"/>
                  </a:lnTo>
                  <a:cubicBezTo>
                    <a:pt x="4068" y="3048"/>
                    <a:pt x="3947" y="3170"/>
                    <a:pt x="3947" y="3319"/>
                  </a:cubicBezTo>
                  <a:cubicBezTo>
                    <a:pt x="3947" y="3469"/>
                    <a:pt x="4068" y="3590"/>
                    <a:pt x="4218" y="3590"/>
                  </a:cubicBezTo>
                  <a:lnTo>
                    <a:pt x="5109" y="3590"/>
                  </a:lnTo>
                  <a:cubicBezTo>
                    <a:pt x="4995" y="4371"/>
                    <a:pt x="4376" y="4991"/>
                    <a:pt x="3590" y="5112"/>
                  </a:cubicBezTo>
                  <a:close/>
                </a:path>
              </a:pathLst>
            </a:custGeom>
            <a:grpFill/>
            <a:ln w="764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思源黑体" panose="020B0500000000000000" pitchFamily="34" charset="-122"/>
                <a:ea typeface="思源黑体 CN Medium" panose="020B0600000000000000" pitchFamily="34" charset="-122"/>
                <a:sym typeface="思源黑体 CN Normal" panose="020B0400000000000000" pitchFamily="34" charset="-122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83ADF625-B0F6-40A1-A0B9-F726FFCCA3ED}"/>
              </a:ext>
            </a:extLst>
          </p:cNvPr>
          <p:cNvSpPr txBox="1"/>
          <p:nvPr/>
        </p:nvSpPr>
        <p:spPr>
          <a:xfrm>
            <a:off x="8594133" y="2946125"/>
            <a:ext cx="27956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75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(Search)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chú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grpSp>
        <p:nvGrpSpPr>
          <p:cNvPr id="2" name="组合 33">
            <a:extLst>
              <a:ext uri="{FF2B5EF4-FFF2-40B4-BE49-F238E27FC236}">
                <a16:creationId xmlns:a16="http://schemas.microsoft.com/office/drawing/2014/main" id="{F165229C-0EF0-C5AA-1C56-0517F37D917B}"/>
              </a:ext>
            </a:extLst>
          </p:cNvPr>
          <p:cNvGrpSpPr/>
          <p:nvPr/>
        </p:nvGrpSpPr>
        <p:grpSpPr>
          <a:xfrm>
            <a:off x="2152804" y="332405"/>
            <a:ext cx="8334803" cy="615325"/>
            <a:chOff x="4657138" y="538219"/>
            <a:chExt cx="2867228" cy="928336"/>
          </a:xfrm>
        </p:grpSpPr>
        <p:sp>
          <p:nvSpPr>
            <p:cNvPr id="3" name="矩形 40">
              <a:extLst>
                <a:ext uri="{FF2B5EF4-FFF2-40B4-BE49-F238E27FC236}">
                  <a16:creationId xmlns:a16="http://schemas.microsoft.com/office/drawing/2014/main" id="{E26AFD81-D52A-BC84-7B38-C10FC17B1DB8}"/>
                </a:ext>
              </a:extLst>
            </p:cNvPr>
            <p:cNvSpPr/>
            <p:nvPr/>
          </p:nvSpPr>
          <p:spPr>
            <a:xfrm>
              <a:off x="4657138" y="538219"/>
              <a:ext cx="2867228" cy="8512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vi-VN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QUẢN LÝ CHỦ ĐỀ VÀ GHI CHÚ THƯỜNG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4" name="直接连接符 35">
              <a:extLst>
                <a:ext uri="{FF2B5EF4-FFF2-40B4-BE49-F238E27FC236}">
                  <a16:creationId xmlns:a16="http://schemas.microsoft.com/office/drawing/2014/main" id="{BC833DDC-BA23-DE74-AF15-139CDA119B20}"/>
                </a:ext>
              </a:extLst>
            </p:cNvPr>
            <p:cNvCxnSpPr>
              <a:cxnSpLocks/>
            </p:cNvCxnSpPr>
            <p:nvPr/>
          </p:nvCxnSpPr>
          <p:spPr>
            <a:xfrm>
              <a:off x="5027644" y="1466555"/>
              <a:ext cx="2159730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F482034-343B-F7B9-8695-31B6F1EC8FFF}"/>
              </a:ext>
            </a:extLst>
          </p:cNvPr>
          <p:cNvSpPr txBox="1"/>
          <p:nvPr/>
        </p:nvSpPr>
        <p:spPr>
          <a:xfrm>
            <a:off x="497135" y="4488233"/>
            <a:ext cx="2741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(Topics)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B9032-7BE9-DA77-F05A-C1FACC5748A7}"/>
              </a:ext>
            </a:extLst>
          </p:cNvPr>
          <p:cNvSpPr txBox="1"/>
          <p:nvPr/>
        </p:nvSpPr>
        <p:spPr>
          <a:xfrm>
            <a:off x="7079827" y="1785087"/>
            <a:ext cx="2741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Ghi chú (Notes)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9542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5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00"/>
                            </p:stCondLst>
                            <p:childTnLst>
                              <p:par>
                                <p:cTn id="3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5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350"/>
                            </p:stCondLst>
                            <p:childTnLst>
                              <p:par>
                                <p:cTn id="5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50"/>
                            </p:stCondLst>
                            <p:childTnLst>
                              <p:par>
                                <p:cTn id="6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00"/>
                            </p:stCondLst>
                            <p:childTnLst>
                              <p:par>
                                <p:cTn id="7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1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950"/>
                            </p:stCondLst>
                            <p:childTnLst>
                              <p:par>
                                <p:cTn id="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250"/>
                            </p:stCondLst>
                            <p:childTnLst>
                              <p:par>
                                <p:cTn id="8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400"/>
                            </p:stCondLst>
                            <p:childTnLst>
                              <p:par>
                                <p:cTn id="9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550"/>
                            </p:stCondLst>
                            <p:childTnLst>
                              <p:par>
                                <p:cTn id="9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700"/>
                            </p:stCondLst>
                            <p:childTnLst>
                              <p:par>
                                <p:cTn id="10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1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850"/>
                            </p:stCondLst>
                            <p:childTnLst>
                              <p:par>
                                <p:cTn id="10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1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1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150"/>
                            </p:stCondLst>
                            <p:childTnLst>
                              <p:par>
                                <p:cTn id="1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1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300"/>
                            </p:stCondLst>
                            <p:childTnLst>
                              <p:par>
                                <p:cTn id="1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450"/>
                            </p:stCondLst>
                            <p:childTnLst>
                              <p:par>
                                <p:cTn id="1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600"/>
                            </p:stCondLst>
                            <p:childTnLst>
                              <p:par>
                                <p:cTn id="1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3750"/>
                            </p:stCondLst>
                            <p:childTnLst>
                              <p:par>
                                <p:cTn id="1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25" grpId="0" animBg="1"/>
      <p:bldP spid="27" grpId="0" animBg="1"/>
      <p:bldP spid="31" grpId="0"/>
      <p:bldP spid="33" grpId="0" animBg="1"/>
      <p:bldP spid="37" grpId="0"/>
      <p:bldP spid="38" grpId="0" animBg="1"/>
      <p:bldP spid="42" grpId="0"/>
      <p:bldP spid="43" grpId="0" animBg="1"/>
      <p:bldP spid="47" grpId="0"/>
      <p:bldP spid="52" grpId="0" animBg="1"/>
      <p:bldP spid="54" grpId="0" animBg="1"/>
      <p:bldP spid="58" grpId="0"/>
      <p:bldP spid="6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4">
            <a:extLst>
              <a:ext uri="{FF2B5EF4-FFF2-40B4-BE49-F238E27FC236}">
                <a16:creationId xmlns:a16="http://schemas.microsoft.com/office/drawing/2014/main" id="{83D21218-C114-4F04-8325-38313FF2E30D}"/>
              </a:ext>
            </a:extLst>
          </p:cNvPr>
          <p:cNvSpPr/>
          <p:nvPr/>
        </p:nvSpPr>
        <p:spPr>
          <a:xfrm>
            <a:off x="6243792" y="1267496"/>
            <a:ext cx="631191" cy="631191"/>
          </a:xfrm>
          <a:prstGeom prst="ellipse">
            <a:avLst/>
          </a:prstGeom>
          <a:solidFill>
            <a:srgbClr val="83C0C8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01</a:t>
            </a:r>
            <a:endParaRPr lang="id-ID" sz="1400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CBB01B5F-B723-488B-A331-875B583A998D}"/>
              </a:ext>
            </a:extLst>
          </p:cNvPr>
          <p:cNvSpPr/>
          <p:nvPr/>
        </p:nvSpPr>
        <p:spPr>
          <a:xfrm>
            <a:off x="6243792" y="4189434"/>
            <a:ext cx="631191" cy="631191"/>
          </a:xfrm>
          <a:prstGeom prst="ellipse">
            <a:avLst/>
          </a:prstGeom>
          <a:solidFill>
            <a:srgbClr val="64A2A4"/>
          </a:solidFill>
          <a:ln w="19050">
            <a:noFill/>
          </a:ln>
          <a:effectLst>
            <a:outerShdw blurRad="254000" dist="203200" dir="5400000" algn="t" rotWithShape="0">
              <a:schemeClr val="accent3">
                <a:lumMod val="50000"/>
                <a:alpha val="2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</a:rPr>
              <a:t>02</a:t>
            </a:r>
            <a:endParaRPr lang="id-ID" sz="1400" dirty="0">
              <a:latin typeface="思源黑体" panose="020B0500000000000000" pitchFamily="34" charset="-122"/>
              <a:ea typeface="思源黑体" panose="020B0500000000000000" pitchFamily="34" charset="-122"/>
              <a:cs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BBF54C4-3FB7-4FB8-9F28-9C679CC3745C}"/>
              </a:ext>
            </a:extLst>
          </p:cNvPr>
          <p:cNvSpPr txBox="1"/>
          <p:nvPr/>
        </p:nvSpPr>
        <p:spPr>
          <a:xfrm>
            <a:off x="7042924" y="1257411"/>
            <a:ext cx="4594339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+mj-lt"/>
              </a:rPr>
              <a:t>Bảo vệ khu vực riêng tư </a:t>
            </a:r>
            <a:r>
              <a:rPr lang="en-US" b="1" dirty="0">
                <a:latin typeface="+mj-lt"/>
              </a:rPr>
              <a:t>: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思源黑体" panose="020B0500000000000000" pitchFamily="34" charset="-122"/>
              <a:sym typeface="思源黑体 CN Light" panose="020B03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6949504" y="1680218"/>
            <a:ext cx="4153926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khẩu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6954675" y="2313230"/>
            <a:ext cx="4640169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Middleware requireSession.js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sessionService.js.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6949503" y="4651486"/>
            <a:ext cx="468776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Dữ liệu ghi chú riêng tư được mã hóa chuỗi bằng thuật toán mã hóa của Node.js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trước khi ghi xuống file đĩa.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BBF54C4-3FB7-4FB8-9F28-9C679CC3745C}"/>
              </a:ext>
            </a:extLst>
          </p:cNvPr>
          <p:cNvSpPr txBox="1"/>
          <p:nvPr/>
        </p:nvSpPr>
        <p:spPr>
          <a:xfrm>
            <a:off x="7043072" y="4183164"/>
            <a:ext cx="2210681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E3D27FC-F22F-432C-84FC-F2497792C881}"/>
              </a:ext>
            </a:extLst>
          </p:cNvPr>
          <p:cNvSpPr txBox="1"/>
          <p:nvPr/>
        </p:nvSpPr>
        <p:spPr>
          <a:xfrm>
            <a:off x="6949502" y="5661804"/>
            <a:ext cx="4645341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.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trên hệ thống file server, nội dung vẫn được bảo mật hoàn toàn.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Light" panose="020B0300000000000000" pitchFamily="34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" r="973"/>
          <a:stretch/>
        </p:blipFill>
        <p:spPr>
          <a:xfrm>
            <a:off x="535043" y="1400930"/>
            <a:ext cx="4792737" cy="3167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" name="组合 33">
            <a:extLst>
              <a:ext uri="{FF2B5EF4-FFF2-40B4-BE49-F238E27FC236}">
                <a16:creationId xmlns:a16="http://schemas.microsoft.com/office/drawing/2014/main" id="{25367E45-1B93-D220-603F-1C77012601EE}"/>
              </a:ext>
            </a:extLst>
          </p:cNvPr>
          <p:cNvGrpSpPr/>
          <p:nvPr/>
        </p:nvGrpSpPr>
        <p:grpSpPr>
          <a:xfrm>
            <a:off x="2076390" y="106989"/>
            <a:ext cx="8334803" cy="590852"/>
            <a:chOff x="4630851" y="198136"/>
            <a:chExt cx="2867228" cy="891414"/>
          </a:xfrm>
        </p:grpSpPr>
        <p:sp>
          <p:nvSpPr>
            <p:cNvPr id="5" name="矩形 40">
              <a:extLst>
                <a:ext uri="{FF2B5EF4-FFF2-40B4-BE49-F238E27FC236}">
                  <a16:creationId xmlns:a16="http://schemas.microsoft.com/office/drawing/2014/main" id="{38ED0C4B-9C2C-CD7C-C131-88BDA1672441}"/>
                </a:ext>
              </a:extLst>
            </p:cNvPr>
            <p:cNvSpPr/>
            <p:nvPr/>
          </p:nvSpPr>
          <p:spPr>
            <a:xfrm>
              <a:off x="4630851" y="198136"/>
              <a:ext cx="2867228" cy="869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vi-VN" sz="2800" b="1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KHU VỰC RIÊNG TƯ &amp; CƠ CHẾ MÃ HÓA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思源黑体" panose="020B0500000000000000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6" name="直接连接符 35">
              <a:extLst>
                <a:ext uri="{FF2B5EF4-FFF2-40B4-BE49-F238E27FC236}">
                  <a16:creationId xmlns:a16="http://schemas.microsoft.com/office/drawing/2014/main" id="{E37ADD3C-69F6-7D09-9F7F-BFCF48FBF36C}"/>
                </a:ext>
              </a:extLst>
            </p:cNvPr>
            <p:cNvCxnSpPr>
              <a:cxnSpLocks/>
            </p:cNvCxnSpPr>
            <p:nvPr/>
          </p:nvCxnSpPr>
          <p:spPr>
            <a:xfrm>
              <a:off x="4982707" y="1089550"/>
              <a:ext cx="2159730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6" name="图片 22">
            <a:extLst>
              <a:ext uri="{FF2B5EF4-FFF2-40B4-BE49-F238E27FC236}">
                <a16:creationId xmlns:a16="http://schemas.microsoft.com/office/drawing/2014/main" id="{C51C0481-61A2-3EEA-9C5C-59F1D847E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" r="407"/>
          <a:stretch/>
        </p:blipFill>
        <p:spPr>
          <a:xfrm>
            <a:off x="2931411" y="3675862"/>
            <a:ext cx="3005263" cy="1985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68826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/>
      <p:bldP spid="15" grpId="0"/>
      <p:bldP spid="16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0">
            <a:extLst>
              <a:ext uri="{FF2B5EF4-FFF2-40B4-BE49-F238E27FC236}">
                <a16:creationId xmlns:a16="http://schemas.microsoft.com/office/drawing/2014/main" id="{8998D114-085B-41A1-AFD2-44A54DD0F75D}"/>
              </a:ext>
            </a:extLst>
          </p:cNvPr>
          <p:cNvSpPr txBox="1"/>
          <p:nvPr/>
        </p:nvSpPr>
        <p:spPr>
          <a:xfrm>
            <a:off x="939800" y="2167556"/>
            <a:ext cx="515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CẤU TRÚC THƯ MỤC DATA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sp>
        <p:nvSpPr>
          <p:cNvPr id="6" name="矩形 19">
            <a:extLst>
              <a:ext uri="{FF2B5EF4-FFF2-40B4-BE49-F238E27FC236}">
                <a16:creationId xmlns:a16="http://schemas.microsoft.com/office/drawing/2014/main" id="{70C313CF-770A-A56C-CFBC-5E9802FF673D}"/>
              </a:ext>
            </a:extLst>
          </p:cNvPr>
          <p:cNvSpPr>
            <a:spLocks/>
          </p:cNvSpPr>
          <p:nvPr/>
        </p:nvSpPr>
        <p:spPr>
          <a:xfrm flipH="1" flipV="1">
            <a:off x="5098843" y="2588370"/>
            <a:ext cx="5828238" cy="3431397"/>
          </a:xfrm>
          <a:custGeom>
            <a:avLst/>
            <a:gdLst>
              <a:gd name="connsiteX0" fmla="*/ 72429 w 3907999"/>
              <a:gd name="connsiteY0" fmla="*/ 2 h 3395913"/>
              <a:gd name="connsiteX1" fmla="*/ 2391008 w 3907999"/>
              <a:gd name="connsiteY1" fmla="*/ 13809 h 3395913"/>
              <a:gd name="connsiteX2" fmla="*/ 2456328 w 3907999"/>
              <a:gd name="connsiteY2" fmla="*/ 56461 h 3395913"/>
              <a:gd name="connsiteX3" fmla="*/ 3901663 w 3907999"/>
              <a:gd name="connsiteY3" fmla="*/ 3294566 h 3395913"/>
              <a:gd name="connsiteX4" fmla="*/ 3835915 w 3907999"/>
              <a:gd name="connsiteY4" fmla="*/ 3395913 h 3395913"/>
              <a:gd name="connsiteX5" fmla="*/ 72000 w 3907999"/>
              <a:gd name="connsiteY5" fmla="*/ 3395913 h 3395913"/>
              <a:gd name="connsiteX6" fmla="*/ 0 w 3907999"/>
              <a:gd name="connsiteY6" fmla="*/ 3323913 h 3395913"/>
              <a:gd name="connsiteX7" fmla="*/ 0 w 3907999"/>
              <a:gd name="connsiteY7" fmla="*/ 72001 h 3395913"/>
              <a:gd name="connsiteX8" fmla="*/ 72429 w 3907999"/>
              <a:gd name="connsiteY8" fmla="*/ 2 h 339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7999" h="3395913">
                <a:moveTo>
                  <a:pt x="72429" y="2"/>
                </a:moveTo>
                <a:lnTo>
                  <a:pt x="2391008" y="13809"/>
                </a:lnTo>
                <a:cubicBezTo>
                  <a:pt x="2419269" y="13977"/>
                  <a:pt x="2444808" y="30654"/>
                  <a:pt x="2456328" y="56461"/>
                </a:cubicBezTo>
                <a:lnTo>
                  <a:pt x="3901663" y="3294566"/>
                </a:lnTo>
                <a:cubicBezTo>
                  <a:pt x="3922924" y="3342199"/>
                  <a:pt x="3888078" y="3395913"/>
                  <a:pt x="3835915" y="3395913"/>
                </a:cubicBezTo>
                <a:lnTo>
                  <a:pt x="72000" y="3395913"/>
                </a:lnTo>
                <a:cubicBezTo>
                  <a:pt x="32256" y="3395913"/>
                  <a:pt x="0" y="3363657"/>
                  <a:pt x="0" y="3323913"/>
                </a:cubicBezTo>
                <a:lnTo>
                  <a:pt x="0" y="72001"/>
                </a:lnTo>
                <a:cubicBezTo>
                  <a:pt x="0" y="32092"/>
                  <a:pt x="32521" y="-235"/>
                  <a:pt x="72429" y="2"/>
                </a:cubicBezTo>
              </a:path>
            </a:pathLst>
          </a:custGeom>
          <a:solidFill>
            <a:schemeClr val="bg1"/>
          </a:solidFill>
          <a:ln>
            <a:solidFill>
              <a:srgbClr val="83C0C8"/>
            </a:solidFill>
          </a:ln>
          <a:effectLst>
            <a:outerShdw blurRad="101600" dist="76200" dir="5400000" algn="t" rotWithShape="0">
              <a:srgbClr val="354B59">
                <a:alpha val="1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思源黑体" panose="020B0500000000000000" pitchFamily="34" charset="-122"/>
              <a:ea typeface="思源黑体" panose="020B0500000000000000" pitchFamily="34" charset="-122"/>
              <a:cs typeface="Arial Unicode MS" panose="020B0604020202020204" pitchFamily="34" charset="-122"/>
              <a:sym typeface="思源黑体 CN Normal" panose="020B04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64897" y="2367611"/>
            <a:ext cx="9862184" cy="3653677"/>
            <a:chOff x="832769" y="2063978"/>
            <a:chExt cx="10317210" cy="3822254"/>
          </a:xfrm>
        </p:grpSpPr>
        <p:sp>
          <p:nvSpPr>
            <p:cNvPr id="10" name="TextBox 21">
              <a:extLst>
                <a:ext uri="{FF2B5EF4-FFF2-40B4-BE49-F238E27FC236}">
                  <a16:creationId xmlns:a16="http://schemas.microsoft.com/office/drawing/2014/main" id="{D65EAD5A-1818-45BE-A6C6-EDE776D2CAB6}"/>
                </a:ext>
              </a:extLst>
            </p:cNvPr>
            <p:cNvSpPr txBox="1"/>
            <p:nvPr/>
          </p:nvSpPr>
          <p:spPr>
            <a:xfrm>
              <a:off x="6730657" y="2990526"/>
              <a:ext cx="4249119" cy="823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Khởi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chạy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siêu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nhanh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Không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cần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cài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đặt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CSDL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cồng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kềnh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1600" kern="140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sp>
          <p:nvSpPr>
            <p:cNvPr id="11" name="TextBox 21">
              <a:extLst>
                <a:ext uri="{FF2B5EF4-FFF2-40B4-BE49-F238E27FC236}">
                  <a16:creationId xmlns:a16="http://schemas.microsoft.com/office/drawing/2014/main" id="{D0EAA51F-CDF3-4866-B9D8-6C92F907BCF6}"/>
                </a:ext>
              </a:extLst>
            </p:cNvPr>
            <p:cNvSpPr txBox="1"/>
            <p:nvPr/>
          </p:nvSpPr>
          <p:spPr>
            <a:xfrm>
              <a:off x="7100145" y="3946274"/>
              <a:ext cx="3780340" cy="823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Cô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lập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dữ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liệu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cá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nhân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vi-V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Mỗi user một thư mục độc lập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en-US" altLang="zh-CN" sz="1600" kern="140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sp>
          <p:nvSpPr>
            <p:cNvPr id="12" name="TextBox 21">
              <a:extLst>
                <a:ext uri="{FF2B5EF4-FFF2-40B4-BE49-F238E27FC236}">
                  <a16:creationId xmlns:a16="http://schemas.microsoft.com/office/drawing/2014/main" id="{37B7B6BC-A94B-47A6-A111-1905155B8D4B}"/>
                </a:ext>
              </a:extLst>
            </p:cNvPr>
            <p:cNvSpPr txBox="1"/>
            <p:nvPr/>
          </p:nvSpPr>
          <p:spPr>
            <a:xfrm>
              <a:off x="7527503" y="4799221"/>
              <a:ext cx="3352982" cy="823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pt-BR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 toàn thao tác I/O: </a:t>
              </a:r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Thông qua helper `fileStore.js`.</a:t>
              </a:r>
              <a:endParaRPr lang="en-US" altLang="zh-CN" sz="1600" kern="1400" spc="1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9128898-12FB-426E-BCD3-85BAE20947A7}"/>
                </a:ext>
              </a:extLst>
            </p:cNvPr>
            <p:cNvCxnSpPr>
              <a:cxnSpLocks/>
            </p:cNvCxnSpPr>
            <p:nvPr/>
          </p:nvCxnSpPr>
          <p:spPr>
            <a:xfrm>
              <a:off x="7296328" y="2875092"/>
              <a:ext cx="3235085" cy="0"/>
            </a:xfrm>
            <a:prstGeom prst="line">
              <a:avLst/>
            </a:prstGeom>
            <a:ln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任意多边形: 形状 56">
              <a:extLst>
                <a:ext uri="{FF2B5EF4-FFF2-40B4-BE49-F238E27FC236}">
                  <a16:creationId xmlns:a16="http://schemas.microsoft.com/office/drawing/2014/main" id="{7CC9AAD2-3AA2-43F3-BF11-B03BE96411CD}"/>
                </a:ext>
              </a:extLst>
            </p:cNvPr>
            <p:cNvSpPr/>
            <p:nvPr/>
          </p:nvSpPr>
          <p:spPr>
            <a:xfrm>
              <a:off x="10502017" y="5313207"/>
              <a:ext cx="647962" cy="571433"/>
            </a:xfrm>
            <a:custGeom>
              <a:avLst/>
              <a:gdLst>
                <a:gd name="connsiteX0" fmla="*/ 1039481 w 1178693"/>
                <a:gd name="connsiteY0" fmla="*/ 0 h 1039481"/>
                <a:gd name="connsiteX1" fmla="*/ 1145762 w 1178693"/>
                <a:gd name="connsiteY1" fmla="*/ 5367 h 1039481"/>
                <a:gd name="connsiteX2" fmla="*/ 1178693 w 1178693"/>
                <a:gd name="connsiteY2" fmla="*/ 10393 h 1039481"/>
                <a:gd name="connsiteX3" fmla="*/ 1178693 w 1178693"/>
                <a:gd name="connsiteY3" fmla="*/ 942775 h 1039481"/>
                <a:gd name="connsiteX4" fmla="*/ 1081987 w 1178693"/>
                <a:gd name="connsiteY4" fmla="*/ 1039481 h 1039481"/>
                <a:gd name="connsiteX5" fmla="*/ 0 w 1178693"/>
                <a:gd name="connsiteY5" fmla="*/ 1039481 h 1039481"/>
                <a:gd name="connsiteX6" fmla="*/ 1039481 w 1178693"/>
                <a:gd name="connsiteY6" fmla="*/ 0 h 103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8693" h="1039481">
                  <a:moveTo>
                    <a:pt x="1039481" y="0"/>
                  </a:moveTo>
                  <a:cubicBezTo>
                    <a:pt x="1075362" y="0"/>
                    <a:pt x="1110818" y="1818"/>
                    <a:pt x="1145762" y="5367"/>
                  </a:cubicBezTo>
                  <a:lnTo>
                    <a:pt x="1178693" y="10393"/>
                  </a:lnTo>
                  <a:lnTo>
                    <a:pt x="1178693" y="942775"/>
                  </a:lnTo>
                  <a:cubicBezTo>
                    <a:pt x="1178693" y="996184"/>
                    <a:pt x="1135396" y="1039481"/>
                    <a:pt x="1081987" y="1039481"/>
                  </a:cubicBezTo>
                  <a:lnTo>
                    <a:pt x="0" y="1039481"/>
                  </a:lnTo>
                  <a:cubicBezTo>
                    <a:pt x="0" y="465391"/>
                    <a:pt x="465391" y="0"/>
                    <a:pt x="1039481" y="0"/>
                  </a:cubicBezTo>
                  <a:close/>
                </a:path>
              </a:pathLst>
            </a:custGeom>
            <a:solidFill>
              <a:srgbClr val="83C0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15" name="矩形 19">
              <a:extLst>
                <a:ext uri="{FF2B5EF4-FFF2-40B4-BE49-F238E27FC236}">
                  <a16:creationId xmlns:a16="http://schemas.microsoft.com/office/drawing/2014/main" id="{02036838-3D8B-49B5-8F6F-74CC32C7FF1A}"/>
                </a:ext>
              </a:extLst>
            </p:cNvPr>
            <p:cNvSpPr>
              <a:spLocks/>
            </p:cNvSpPr>
            <p:nvPr/>
          </p:nvSpPr>
          <p:spPr>
            <a:xfrm>
              <a:off x="1042022" y="2294923"/>
              <a:ext cx="6058123" cy="3591309"/>
            </a:xfrm>
            <a:custGeom>
              <a:avLst/>
              <a:gdLst>
                <a:gd name="connsiteX0" fmla="*/ 72429 w 3907999"/>
                <a:gd name="connsiteY0" fmla="*/ 2 h 3395913"/>
                <a:gd name="connsiteX1" fmla="*/ 2391008 w 3907999"/>
                <a:gd name="connsiteY1" fmla="*/ 13809 h 3395913"/>
                <a:gd name="connsiteX2" fmla="*/ 2456328 w 3907999"/>
                <a:gd name="connsiteY2" fmla="*/ 56461 h 3395913"/>
                <a:gd name="connsiteX3" fmla="*/ 3901663 w 3907999"/>
                <a:gd name="connsiteY3" fmla="*/ 3294566 h 3395913"/>
                <a:gd name="connsiteX4" fmla="*/ 3835915 w 3907999"/>
                <a:gd name="connsiteY4" fmla="*/ 3395913 h 3395913"/>
                <a:gd name="connsiteX5" fmla="*/ 72000 w 3907999"/>
                <a:gd name="connsiteY5" fmla="*/ 3395913 h 3395913"/>
                <a:gd name="connsiteX6" fmla="*/ 0 w 3907999"/>
                <a:gd name="connsiteY6" fmla="*/ 3323913 h 3395913"/>
                <a:gd name="connsiteX7" fmla="*/ 0 w 3907999"/>
                <a:gd name="connsiteY7" fmla="*/ 72001 h 3395913"/>
                <a:gd name="connsiteX8" fmla="*/ 72429 w 3907999"/>
                <a:gd name="connsiteY8" fmla="*/ 2 h 339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7999" h="3395913">
                  <a:moveTo>
                    <a:pt x="72429" y="2"/>
                  </a:moveTo>
                  <a:lnTo>
                    <a:pt x="2391008" y="13809"/>
                  </a:lnTo>
                  <a:cubicBezTo>
                    <a:pt x="2419269" y="13977"/>
                    <a:pt x="2444808" y="30654"/>
                    <a:pt x="2456328" y="56461"/>
                  </a:cubicBezTo>
                  <a:lnTo>
                    <a:pt x="3901663" y="3294566"/>
                  </a:lnTo>
                  <a:cubicBezTo>
                    <a:pt x="3922924" y="3342199"/>
                    <a:pt x="3888078" y="3395913"/>
                    <a:pt x="3835915" y="3395913"/>
                  </a:cubicBezTo>
                  <a:lnTo>
                    <a:pt x="72000" y="3395913"/>
                  </a:lnTo>
                  <a:cubicBezTo>
                    <a:pt x="32256" y="3395913"/>
                    <a:pt x="0" y="3363657"/>
                    <a:pt x="0" y="3323913"/>
                  </a:cubicBezTo>
                  <a:lnTo>
                    <a:pt x="0" y="72001"/>
                  </a:lnTo>
                  <a:cubicBezTo>
                    <a:pt x="0" y="32092"/>
                    <a:pt x="32521" y="-235"/>
                    <a:pt x="72429" y="2"/>
                  </a:cubicBezTo>
                </a:path>
              </a:pathLst>
            </a:custGeom>
            <a:blipFill>
              <a:blip r:embed="rId2"/>
              <a:stretch>
                <a:fillRect/>
              </a:stretch>
            </a:blipFill>
            <a:ln>
              <a:solidFill>
                <a:srgbClr val="BDDBE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2" name="任意多边形: 形状 57">
              <a:extLst>
                <a:ext uri="{FF2B5EF4-FFF2-40B4-BE49-F238E27FC236}">
                  <a16:creationId xmlns:a16="http://schemas.microsoft.com/office/drawing/2014/main" id="{1522FA48-1AAD-499C-B5C0-75312FDDFEE4}"/>
                </a:ext>
              </a:extLst>
            </p:cNvPr>
            <p:cNvSpPr/>
            <p:nvPr/>
          </p:nvSpPr>
          <p:spPr>
            <a:xfrm rot="10800000">
              <a:off x="832769" y="2063978"/>
              <a:ext cx="647962" cy="571433"/>
            </a:xfrm>
            <a:custGeom>
              <a:avLst/>
              <a:gdLst>
                <a:gd name="connsiteX0" fmla="*/ 1039481 w 1178693"/>
                <a:gd name="connsiteY0" fmla="*/ 0 h 1039481"/>
                <a:gd name="connsiteX1" fmla="*/ 1145762 w 1178693"/>
                <a:gd name="connsiteY1" fmla="*/ 5367 h 1039481"/>
                <a:gd name="connsiteX2" fmla="*/ 1178693 w 1178693"/>
                <a:gd name="connsiteY2" fmla="*/ 10393 h 1039481"/>
                <a:gd name="connsiteX3" fmla="*/ 1178693 w 1178693"/>
                <a:gd name="connsiteY3" fmla="*/ 942775 h 1039481"/>
                <a:gd name="connsiteX4" fmla="*/ 1081987 w 1178693"/>
                <a:gd name="connsiteY4" fmla="*/ 1039481 h 1039481"/>
                <a:gd name="connsiteX5" fmla="*/ 0 w 1178693"/>
                <a:gd name="connsiteY5" fmla="*/ 1039481 h 1039481"/>
                <a:gd name="connsiteX6" fmla="*/ 1039481 w 1178693"/>
                <a:gd name="connsiteY6" fmla="*/ 0 h 1039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78693" h="1039481">
                  <a:moveTo>
                    <a:pt x="1039481" y="0"/>
                  </a:moveTo>
                  <a:cubicBezTo>
                    <a:pt x="1075362" y="0"/>
                    <a:pt x="1110818" y="1818"/>
                    <a:pt x="1145762" y="5367"/>
                  </a:cubicBezTo>
                  <a:lnTo>
                    <a:pt x="1178693" y="10393"/>
                  </a:lnTo>
                  <a:lnTo>
                    <a:pt x="1178693" y="942775"/>
                  </a:lnTo>
                  <a:cubicBezTo>
                    <a:pt x="1178693" y="996184"/>
                    <a:pt x="1135396" y="1039481"/>
                    <a:pt x="1081987" y="1039481"/>
                  </a:cubicBezTo>
                  <a:lnTo>
                    <a:pt x="0" y="1039481"/>
                  </a:lnTo>
                  <a:cubicBezTo>
                    <a:pt x="0" y="465391"/>
                    <a:pt x="465391" y="0"/>
                    <a:pt x="103948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思源黑体" panose="020B0500000000000000" pitchFamily="34" charset="-122"/>
                <a:ea typeface="思源黑体" panose="020B0500000000000000" pitchFamily="34" charset="-122"/>
                <a:cs typeface="Arial Unicode MS" panose="020B0604020202020204" pitchFamily="34" charset="-122"/>
                <a:sym typeface="思源黑体 CN Normal" panose="020B0400000000000000" pitchFamily="34" charset="-122"/>
              </a:endParaRPr>
            </a:p>
          </p:txBody>
        </p:sp>
        <p:sp>
          <p:nvSpPr>
            <p:cNvPr id="23" name="TextBox 20">
              <a:extLst>
                <a:ext uri="{FF2B5EF4-FFF2-40B4-BE49-F238E27FC236}">
                  <a16:creationId xmlns:a16="http://schemas.microsoft.com/office/drawing/2014/main" id="{7E107FC6-1D24-4532-87E3-9A5A98F4278D}"/>
                </a:ext>
              </a:extLst>
            </p:cNvPr>
            <p:cNvSpPr txBox="1"/>
            <p:nvPr/>
          </p:nvSpPr>
          <p:spPr>
            <a:xfrm>
              <a:off x="6423127" y="2483093"/>
              <a:ext cx="4249122" cy="3863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ĐÁNH GIÁ GIẢI PHÁP FILE STORE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思源黑体 CN Normal" panose="020B0400000000000000" pitchFamily="34" charset="-122"/>
              </a:endParaRPr>
            </a:p>
          </p:txBody>
        </p:sp>
      </p:grpSp>
      <p:grpSp>
        <p:nvGrpSpPr>
          <p:cNvPr id="3" name="组合 33">
            <a:extLst>
              <a:ext uri="{FF2B5EF4-FFF2-40B4-BE49-F238E27FC236}">
                <a16:creationId xmlns:a16="http://schemas.microsoft.com/office/drawing/2014/main" id="{ACC5A7F3-2971-8CEE-EF46-C76291C17941}"/>
              </a:ext>
            </a:extLst>
          </p:cNvPr>
          <p:cNvGrpSpPr/>
          <p:nvPr/>
        </p:nvGrpSpPr>
        <p:grpSpPr>
          <a:xfrm>
            <a:off x="2076390" y="106989"/>
            <a:ext cx="8334803" cy="590852"/>
            <a:chOff x="4630851" y="198136"/>
            <a:chExt cx="2867228" cy="891414"/>
          </a:xfrm>
        </p:grpSpPr>
        <p:sp>
          <p:nvSpPr>
            <p:cNvPr id="4" name="矩形 40">
              <a:extLst>
                <a:ext uri="{FF2B5EF4-FFF2-40B4-BE49-F238E27FC236}">
                  <a16:creationId xmlns:a16="http://schemas.microsoft.com/office/drawing/2014/main" id="{31779D22-F3E9-69C0-8E48-081066D2BECB}"/>
                </a:ext>
              </a:extLst>
            </p:cNvPr>
            <p:cNvSpPr/>
            <p:nvPr/>
          </p:nvSpPr>
          <p:spPr>
            <a:xfrm>
              <a:off x="4630851" y="198136"/>
              <a:ext cx="2867228" cy="86928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THIẾT KẾ DỮ LIỆU FILE-BASED STORAGE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5" name="直接连接符 35">
              <a:extLst>
                <a:ext uri="{FF2B5EF4-FFF2-40B4-BE49-F238E27FC236}">
                  <a16:creationId xmlns:a16="http://schemas.microsoft.com/office/drawing/2014/main" id="{AACDC897-F468-773A-C19B-185D41F4AB4A}"/>
                </a:ext>
              </a:extLst>
            </p:cNvPr>
            <p:cNvCxnSpPr>
              <a:cxnSpLocks/>
            </p:cNvCxnSpPr>
            <p:nvPr/>
          </p:nvCxnSpPr>
          <p:spPr>
            <a:xfrm>
              <a:off x="4982707" y="1089550"/>
              <a:ext cx="2159730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638070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0D0692-8193-6FDA-5050-6665D39D3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83" y="1159195"/>
            <a:ext cx="11030633" cy="5153363"/>
          </a:xfrm>
          <a:prstGeom prst="rect">
            <a:avLst/>
          </a:prstGeom>
        </p:spPr>
      </p:pic>
      <p:grpSp>
        <p:nvGrpSpPr>
          <p:cNvPr id="4" name="组合 33">
            <a:extLst>
              <a:ext uri="{FF2B5EF4-FFF2-40B4-BE49-F238E27FC236}">
                <a16:creationId xmlns:a16="http://schemas.microsoft.com/office/drawing/2014/main" id="{65C24CA6-91D9-BDF6-C505-FD0037AAEFA7}"/>
              </a:ext>
            </a:extLst>
          </p:cNvPr>
          <p:cNvGrpSpPr/>
          <p:nvPr/>
        </p:nvGrpSpPr>
        <p:grpSpPr>
          <a:xfrm>
            <a:off x="1485282" y="133584"/>
            <a:ext cx="9506010" cy="564257"/>
            <a:chOff x="4427506" y="238259"/>
            <a:chExt cx="3270131" cy="851291"/>
          </a:xfrm>
        </p:grpSpPr>
        <p:sp>
          <p:nvSpPr>
            <p:cNvPr id="5" name="矩形 40">
              <a:extLst>
                <a:ext uri="{FF2B5EF4-FFF2-40B4-BE49-F238E27FC236}">
                  <a16:creationId xmlns:a16="http://schemas.microsoft.com/office/drawing/2014/main" id="{56145341-E218-3172-B686-FED52CCFCB54}"/>
                </a:ext>
              </a:extLst>
            </p:cNvPr>
            <p:cNvSpPr/>
            <p:nvPr/>
          </p:nvSpPr>
          <p:spPr>
            <a:xfrm>
              <a:off x="4427506" y="238259"/>
              <a:ext cx="3270131" cy="85129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8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KIỂM THỬ HỆ THỐNG (TESTING &amp; TESTCASES)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6" name="直接连接符 35">
              <a:extLst>
                <a:ext uri="{FF2B5EF4-FFF2-40B4-BE49-F238E27FC236}">
                  <a16:creationId xmlns:a16="http://schemas.microsoft.com/office/drawing/2014/main" id="{06460896-D5CC-CB60-F821-394E0DA5DAAF}"/>
                </a:ext>
              </a:extLst>
            </p:cNvPr>
            <p:cNvCxnSpPr>
              <a:cxnSpLocks/>
            </p:cNvCxnSpPr>
            <p:nvPr/>
          </p:nvCxnSpPr>
          <p:spPr>
            <a:xfrm>
              <a:off x="4982707" y="1089550"/>
              <a:ext cx="2159730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7523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9">
            <a:extLst>
              <a:ext uri="{FF2B5EF4-FFF2-40B4-BE49-F238E27FC236}">
                <a16:creationId xmlns:a16="http://schemas.microsoft.com/office/drawing/2014/main" id="{89A277F1-A16D-44DB-A71B-D8BABC603BC6}"/>
              </a:ext>
            </a:extLst>
          </p:cNvPr>
          <p:cNvSpPr/>
          <p:nvPr/>
        </p:nvSpPr>
        <p:spPr>
          <a:xfrm>
            <a:off x="904240" y="1844826"/>
            <a:ext cx="4911173" cy="4087099"/>
          </a:xfrm>
          <a:custGeom>
            <a:avLst/>
            <a:gdLst>
              <a:gd name="connsiteX0" fmla="*/ 0 w 2131027"/>
              <a:gd name="connsiteY0" fmla="*/ 0 h 1483813"/>
              <a:gd name="connsiteX1" fmla="*/ 2131027 w 2131027"/>
              <a:gd name="connsiteY1" fmla="*/ 0 h 1483813"/>
              <a:gd name="connsiteX2" fmla="*/ 2131027 w 2131027"/>
              <a:gd name="connsiteY2" fmla="*/ 1483813 h 1483813"/>
              <a:gd name="connsiteX3" fmla="*/ 0 w 2131027"/>
              <a:gd name="connsiteY3" fmla="*/ 1483813 h 1483813"/>
              <a:gd name="connsiteX4" fmla="*/ 0 w 2131027"/>
              <a:gd name="connsiteY4" fmla="*/ 0 h 1483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31027" h="1483813">
                <a:moveTo>
                  <a:pt x="0" y="0"/>
                </a:moveTo>
                <a:lnTo>
                  <a:pt x="2131027" y="0"/>
                </a:lnTo>
                <a:lnTo>
                  <a:pt x="2131027" y="1483813"/>
                </a:lnTo>
                <a:lnTo>
                  <a:pt x="0" y="1483813"/>
                </a:lnTo>
                <a:lnTo>
                  <a:pt x="0" y="0"/>
                </a:lnTo>
                <a:close/>
              </a:path>
            </a:pathLst>
          </a:custGeom>
          <a:solidFill>
            <a:srgbClr val="FAECCA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8" name="稿定PPT-10-1">
            <a:extLst>
              <a:ext uri="{FF2B5EF4-FFF2-40B4-BE49-F238E27FC236}">
                <a16:creationId xmlns:a16="http://schemas.microsoft.com/office/drawing/2014/main" id="{BBCAFC44-F105-4205-9B48-92854458332A}"/>
              </a:ext>
            </a:extLst>
          </p:cNvPr>
          <p:cNvSpPr txBox="1"/>
          <p:nvPr/>
        </p:nvSpPr>
        <p:spPr>
          <a:xfrm>
            <a:off x="1280160" y="2029177"/>
            <a:ext cx="2305754" cy="3266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lvl="0" defTabSz="913765">
              <a:buSzPct val="25000"/>
              <a:defRPr/>
            </a:pPr>
            <a:r>
              <a:rPr lang="vi-V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 ĐẠT ĐƯỢC</a:t>
            </a:r>
            <a:endParaRPr lang="zh-CN" altLang="en-US" sz="1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sp>
        <p:nvSpPr>
          <p:cNvPr id="9" name="稿定PPT-10-2">
            <a:extLst>
              <a:ext uri="{FF2B5EF4-FFF2-40B4-BE49-F238E27FC236}">
                <a16:creationId xmlns:a16="http://schemas.microsoft.com/office/drawing/2014/main" id="{882372F1-326E-4D4D-8F42-C638E5DA5BAE}"/>
              </a:ext>
            </a:extLst>
          </p:cNvPr>
          <p:cNvSpPr txBox="1"/>
          <p:nvPr/>
        </p:nvSpPr>
        <p:spPr>
          <a:xfrm>
            <a:off x="1280160" y="2540156"/>
            <a:ext cx="4261104" cy="133080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vi-VN" sz="1400" dirty="0">
                <a:latin typeface="+mj-lt"/>
              </a:rPr>
              <a:t>Hoàn thành 100% tính năng theo</a:t>
            </a:r>
            <a:r>
              <a:rPr lang="en-US" sz="1400" dirty="0" err="1">
                <a:latin typeface="+mj-lt"/>
              </a:rPr>
              <a:t>yêu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cầu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đề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tài</a:t>
            </a:r>
            <a:endParaRPr lang="en-US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vi-VN" sz="1400" dirty="0">
                <a:latin typeface="+mj-lt"/>
              </a:rPr>
              <a:t>Giao diện mượt mà, phản hồi</a:t>
            </a:r>
            <a:r>
              <a:rPr lang="en-US" sz="1400" dirty="0">
                <a:latin typeface="+mj-lt"/>
              </a:rPr>
              <a:t> </a:t>
            </a:r>
            <a:r>
              <a:rPr lang="vi-VN" sz="1400" dirty="0">
                <a:latin typeface="+mj-lt"/>
              </a:rPr>
              <a:t>nhanh, UX/UI tối ưu</a:t>
            </a:r>
            <a:endParaRPr lang="en-US" sz="14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sz="1400" dirty="0" err="1">
                <a:latin typeface="+mj-lt"/>
              </a:rPr>
              <a:t>Mã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nguồn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cấu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trúc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chuẩn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hóa</a:t>
            </a:r>
            <a:r>
              <a:rPr lang="en-US" sz="1400" dirty="0">
                <a:latin typeface="+mj-lt"/>
              </a:rPr>
              <a:t>, </a:t>
            </a:r>
            <a:r>
              <a:rPr lang="en-US" sz="1400" dirty="0" err="1">
                <a:latin typeface="+mj-lt"/>
              </a:rPr>
              <a:t>bảo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mật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ghi</a:t>
            </a:r>
            <a:r>
              <a:rPr lang="en-US" sz="1400" dirty="0">
                <a:latin typeface="+mj-lt"/>
              </a:rPr>
              <a:t> </a:t>
            </a:r>
            <a:r>
              <a:rPr lang="en-US" sz="1400" dirty="0" err="1">
                <a:latin typeface="+mj-lt"/>
              </a:rPr>
              <a:t>chú</a:t>
            </a:r>
            <a:r>
              <a:rPr lang="en-US" sz="1400" dirty="0">
                <a:latin typeface="+mj-lt"/>
              </a:rPr>
              <a:t> an </a:t>
            </a:r>
            <a:r>
              <a:rPr lang="en-US" sz="1400" dirty="0" err="1">
                <a:latin typeface="+mj-lt"/>
              </a:rPr>
              <a:t>toàn</a:t>
            </a:r>
            <a:endParaRPr lang="en-US" sz="1400" dirty="0">
              <a:latin typeface="+mj-lt"/>
            </a:endParaRPr>
          </a:p>
          <a:p>
            <a:pPr>
              <a:lnSpc>
                <a:spcPct val="150000"/>
              </a:lnSpc>
            </a:pPr>
            <a:endParaRPr lang="en-US" altLang="zh-CN" sz="1400" kern="1400" spc="1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2E7720-6134-41E2-A875-B7EA53FA212A}"/>
              </a:ext>
            </a:extLst>
          </p:cNvPr>
          <p:cNvSpPr/>
          <p:nvPr/>
        </p:nvSpPr>
        <p:spPr>
          <a:xfrm>
            <a:off x="5972825" y="2895600"/>
            <a:ext cx="2557324" cy="27736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152400" dist="139700" dir="5400000" sx="97000" sy="97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1" name="稿定PPT-10-1">
            <a:extLst>
              <a:ext uri="{FF2B5EF4-FFF2-40B4-BE49-F238E27FC236}">
                <a16:creationId xmlns:a16="http://schemas.microsoft.com/office/drawing/2014/main" id="{5A3E58A9-DD1B-40EF-9576-B1209ADED191}"/>
              </a:ext>
            </a:extLst>
          </p:cNvPr>
          <p:cNvSpPr txBox="1"/>
          <p:nvPr/>
        </p:nvSpPr>
        <p:spPr>
          <a:xfrm>
            <a:off x="6289458" y="3637612"/>
            <a:ext cx="1983919" cy="32662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4008" tIns="32004" rIns="64008" bIns="32004" anchor="ctr" anchorCtr="0">
            <a:noAutofit/>
          </a:bodyPr>
          <a:lstStyle/>
          <a:p>
            <a:pPr lvl="0" algn="ctr" defTabSz="913765">
              <a:buSzPct val="25000"/>
              <a:defRPr/>
            </a:pPr>
            <a:r>
              <a:rPr lang="vi-VN" b="1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+mj-lt"/>
              </a:rPr>
              <a:t>Mở rộng Cơ sở dữ liệu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+mj-lt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2" name="稿定PPT-10-2">
            <a:extLst>
              <a:ext uri="{FF2B5EF4-FFF2-40B4-BE49-F238E27FC236}">
                <a16:creationId xmlns:a16="http://schemas.microsoft.com/office/drawing/2014/main" id="{3064208A-FBF2-43EA-B168-BCCA1E932C6A}"/>
              </a:ext>
            </a:extLst>
          </p:cNvPr>
          <p:cNvSpPr txBox="1"/>
          <p:nvPr/>
        </p:nvSpPr>
        <p:spPr>
          <a:xfrm>
            <a:off x="6169749" y="4082665"/>
            <a:ext cx="2163471" cy="117326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MongoDB / PostgreSQL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scale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1400" b="1" i="1" kern="1400" spc="100" dirty="0">
              <a:solidFill>
                <a:schemeClr val="bg1"/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886604-13CB-4311-90BE-20D5ADE74F9F}"/>
              </a:ext>
            </a:extLst>
          </p:cNvPr>
          <p:cNvCxnSpPr>
            <a:cxnSpLocks/>
          </p:cNvCxnSpPr>
          <p:nvPr/>
        </p:nvCxnSpPr>
        <p:spPr>
          <a:xfrm>
            <a:off x="6870192" y="3976320"/>
            <a:ext cx="77777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BE9DC04-F35A-4B83-9FAA-03FD5202D6F0}"/>
              </a:ext>
            </a:extLst>
          </p:cNvPr>
          <p:cNvSpPr/>
          <p:nvPr/>
        </p:nvSpPr>
        <p:spPr>
          <a:xfrm>
            <a:off x="8805247" y="2895600"/>
            <a:ext cx="2557324" cy="27736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152400" dist="139700" dir="5400000" sx="97000" sy="97000" algn="t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5" name="稿定PPT-10-1">
            <a:extLst>
              <a:ext uri="{FF2B5EF4-FFF2-40B4-BE49-F238E27FC236}">
                <a16:creationId xmlns:a16="http://schemas.microsoft.com/office/drawing/2014/main" id="{08F59D36-1ECB-4C26-B5E0-98B1F105EC6A}"/>
              </a:ext>
            </a:extLst>
          </p:cNvPr>
          <p:cNvSpPr txBox="1"/>
          <p:nvPr/>
        </p:nvSpPr>
        <p:spPr>
          <a:xfrm>
            <a:off x="9437758" y="3544623"/>
            <a:ext cx="1474082" cy="32662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4008" tIns="32004" rIns="64008" bIns="32004" anchor="ctr" anchorCtr="0">
            <a:noAutofit/>
          </a:bodyPr>
          <a:lstStyle/>
          <a:p>
            <a:pPr lvl="0" algn="ctr" defTabSz="913765">
              <a:buSzPct val="25000"/>
              <a:defRPr/>
            </a:pPr>
            <a:r>
              <a:rPr lang="vi-VN" b="1" dirty="0">
                <a:latin typeface="+mj-lt"/>
              </a:rPr>
              <a:t>Tăng cường </a:t>
            </a:r>
            <a:endParaRPr lang="en-US" b="1" dirty="0">
              <a:latin typeface="+mj-lt"/>
            </a:endParaRPr>
          </a:p>
          <a:p>
            <a:pPr lvl="0" algn="ctr" defTabSz="913765">
              <a:buSzPct val="25000"/>
              <a:defRPr/>
            </a:pPr>
            <a:r>
              <a:rPr lang="vi-VN" b="1" dirty="0">
                <a:latin typeface="+mj-lt"/>
              </a:rPr>
              <a:t>Bảo mật Nâng cao</a:t>
            </a:r>
            <a:endParaRPr lang="zh-CN" altLang="en-US" b="1" dirty="0">
              <a:solidFill>
                <a:schemeClr val="bg1"/>
              </a:solidFill>
              <a:latin typeface="+mj-lt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6" name="稿定PPT-10-2">
            <a:extLst>
              <a:ext uri="{FF2B5EF4-FFF2-40B4-BE49-F238E27FC236}">
                <a16:creationId xmlns:a16="http://schemas.microsoft.com/office/drawing/2014/main" id="{7924B73E-820F-42EC-A8FF-EA328494DD45}"/>
              </a:ext>
            </a:extLst>
          </p:cNvPr>
          <p:cNvSpPr txBox="1"/>
          <p:nvPr/>
        </p:nvSpPr>
        <p:spPr>
          <a:xfrm>
            <a:off x="9032104" y="4125908"/>
            <a:ext cx="2163471" cy="8387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OTP /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</a:t>
            </a:r>
            <a:r>
              <a:rPr lang="en-US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(2FA) cho Khu vực Riêng tư.</a:t>
            </a:r>
            <a:endParaRPr lang="en-US" altLang="zh-CN" sz="1400" b="1" i="1" kern="1400" spc="100" dirty="0">
              <a:solidFill>
                <a:schemeClr val="bg1"/>
              </a:solidFill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A0D7634-D4BD-4135-BF4F-D5BDC892C7FD}"/>
              </a:ext>
            </a:extLst>
          </p:cNvPr>
          <p:cNvCxnSpPr>
            <a:cxnSpLocks/>
          </p:cNvCxnSpPr>
          <p:nvPr/>
        </p:nvCxnSpPr>
        <p:spPr>
          <a:xfrm>
            <a:off x="9683981" y="3999049"/>
            <a:ext cx="85971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4BEF8D8B-C659-4870-A9BF-390EEA539F13}"/>
              </a:ext>
            </a:extLst>
          </p:cNvPr>
          <p:cNvSpPr/>
          <p:nvPr/>
        </p:nvSpPr>
        <p:spPr>
          <a:xfrm>
            <a:off x="6914862" y="2540154"/>
            <a:ext cx="733108" cy="73310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19" name="图形 9">
            <a:extLst>
              <a:ext uri="{FF2B5EF4-FFF2-40B4-BE49-F238E27FC236}">
                <a16:creationId xmlns:a16="http://schemas.microsoft.com/office/drawing/2014/main" id="{F5BC952E-E994-432C-97FC-47D6E14126A1}"/>
              </a:ext>
            </a:extLst>
          </p:cNvPr>
          <p:cNvSpPr/>
          <p:nvPr/>
        </p:nvSpPr>
        <p:spPr>
          <a:xfrm>
            <a:off x="7120791" y="2710206"/>
            <a:ext cx="321251" cy="418284"/>
          </a:xfrm>
          <a:custGeom>
            <a:avLst/>
            <a:gdLst>
              <a:gd name="connsiteX0" fmla="*/ 680291 w 1403690"/>
              <a:gd name="connsiteY0" fmla="*/ 424322 h 1827681"/>
              <a:gd name="connsiteX1" fmla="*/ 338 w 1403690"/>
              <a:gd name="connsiteY1" fmla="*/ 1147389 h 1827681"/>
              <a:gd name="connsiteX2" fmla="*/ 723404 w 1403690"/>
              <a:gd name="connsiteY2" fmla="*/ 1827344 h 1827681"/>
              <a:gd name="connsiteX3" fmla="*/ 1403690 w 1403690"/>
              <a:gd name="connsiteY3" fmla="*/ 1125662 h 1827681"/>
              <a:gd name="connsiteX4" fmla="*/ 689111 w 1403690"/>
              <a:gd name="connsiteY4" fmla="*/ 424185 h 1827681"/>
              <a:gd name="connsiteX5" fmla="*/ 680291 w 1403690"/>
              <a:gd name="connsiteY5" fmla="*/ 424322 h 1827681"/>
              <a:gd name="connsiteX6" fmla="*/ 1047556 w 1403690"/>
              <a:gd name="connsiteY6" fmla="*/ 1039336 h 1827681"/>
              <a:gd name="connsiteX7" fmla="*/ 912801 w 1403690"/>
              <a:gd name="connsiteY7" fmla="*/ 1178702 h 1827681"/>
              <a:gd name="connsiteX8" fmla="*/ 946490 w 1403690"/>
              <a:gd name="connsiteY8" fmla="*/ 1375918 h 1827681"/>
              <a:gd name="connsiteX9" fmla="*/ 867883 w 1403690"/>
              <a:gd name="connsiteY9" fmla="*/ 1433972 h 1827681"/>
              <a:gd name="connsiteX10" fmla="*/ 699242 w 1403690"/>
              <a:gd name="connsiteY10" fmla="*/ 1341329 h 1827681"/>
              <a:gd name="connsiteX11" fmla="*/ 530700 w 1403690"/>
              <a:gd name="connsiteY11" fmla="*/ 1434171 h 1827681"/>
              <a:gd name="connsiteX12" fmla="*/ 451992 w 1403690"/>
              <a:gd name="connsiteY12" fmla="*/ 1376119 h 1827681"/>
              <a:gd name="connsiteX13" fmla="*/ 485782 w 1403690"/>
              <a:gd name="connsiteY13" fmla="*/ 1178801 h 1827681"/>
              <a:gd name="connsiteX14" fmla="*/ 350926 w 1403690"/>
              <a:gd name="connsiteY14" fmla="*/ 1039437 h 1827681"/>
              <a:gd name="connsiteX15" fmla="*/ 384716 w 1403690"/>
              <a:gd name="connsiteY15" fmla="*/ 935062 h 1827681"/>
              <a:gd name="connsiteX16" fmla="*/ 564387 w 1403690"/>
              <a:gd name="connsiteY16" fmla="*/ 911802 h 1827681"/>
              <a:gd name="connsiteX17" fmla="*/ 643193 w 1403690"/>
              <a:gd name="connsiteY17" fmla="*/ 737645 h 1827681"/>
              <a:gd name="connsiteX18" fmla="*/ 744460 w 1403690"/>
              <a:gd name="connsiteY18" fmla="*/ 737645 h 1827681"/>
              <a:gd name="connsiteX19" fmla="*/ 823166 w 1403690"/>
              <a:gd name="connsiteY19" fmla="*/ 911802 h 1827681"/>
              <a:gd name="connsiteX20" fmla="*/ 1014067 w 1403690"/>
              <a:gd name="connsiteY20" fmla="*/ 935062 h 1827681"/>
              <a:gd name="connsiteX21" fmla="*/ 1047857 w 1403690"/>
              <a:gd name="connsiteY21" fmla="*/ 1039336 h 1827681"/>
              <a:gd name="connsiteX22" fmla="*/ 1047556 w 1403690"/>
              <a:gd name="connsiteY22" fmla="*/ 1039336 h 1827681"/>
              <a:gd name="connsiteX23" fmla="*/ 1392461 w 1403690"/>
              <a:gd name="connsiteY23" fmla="*/ 63675 h 1827681"/>
              <a:gd name="connsiteX24" fmla="*/ 1403690 w 1403690"/>
              <a:gd name="connsiteY24" fmla="*/ 42620 h 1827681"/>
              <a:gd name="connsiteX25" fmla="*/ 1358973 w 1403690"/>
              <a:gd name="connsiteY25" fmla="*/ 509 h 1827681"/>
              <a:gd name="connsiteX26" fmla="*/ 934560 w 1403690"/>
              <a:gd name="connsiteY26" fmla="*/ 509 h 1827681"/>
              <a:gd name="connsiteX27" fmla="*/ 905382 w 1403690"/>
              <a:gd name="connsiteY27" fmla="*/ 7227 h 1827681"/>
              <a:gd name="connsiteX28" fmla="*/ 889841 w 1403690"/>
              <a:gd name="connsiteY28" fmla="*/ 31992 h 1827681"/>
              <a:gd name="connsiteX29" fmla="*/ 755789 w 1403690"/>
              <a:gd name="connsiteY29" fmla="*/ 263700 h 1827681"/>
              <a:gd name="connsiteX30" fmla="*/ 1202863 w 1403690"/>
              <a:gd name="connsiteY30" fmla="*/ 432041 h 1827681"/>
              <a:gd name="connsiteX31" fmla="*/ 1392562 w 1403690"/>
              <a:gd name="connsiteY31" fmla="*/ 63675 h 1827681"/>
              <a:gd name="connsiteX32" fmla="*/ 647506 w 1403690"/>
              <a:gd name="connsiteY32" fmla="*/ 274027 h 1827681"/>
              <a:gd name="connsiteX33" fmla="*/ 513653 w 1403690"/>
              <a:gd name="connsiteY33" fmla="*/ 32092 h 1827681"/>
              <a:gd name="connsiteX34" fmla="*/ 498013 w 1403690"/>
              <a:gd name="connsiteY34" fmla="*/ 7227 h 1827681"/>
              <a:gd name="connsiteX35" fmla="*/ 468936 w 1403690"/>
              <a:gd name="connsiteY35" fmla="*/ 509 h 1827681"/>
              <a:gd name="connsiteX36" fmla="*/ 55852 w 1403690"/>
              <a:gd name="connsiteY36" fmla="*/ 509 h 1827681"/>
              <a:gd name="connsiteX37" fmla="*/ 7 w 1403690"/>
              <a:gd name="connsiteY37" fmla="*/ 42620 h 1827681"/>
              <a:gd name="connsiteX38" fmla="*/ 11135 w 1403690"/>
              <a:gd name="connsiteY38" fmla="*/ 63675 h 1827681"/>
              <a:gd name="connsiteX39" fmla="*/ 201034 w 1403690"/>
              <a:gd name="connsiteY39" fmla="*/ 431942 h 1827681"/>
              <a:gd name="connsiteX40" fmla="*/ 647906 w 1403690"/>
              <a:gd name="connsiteY40" fmla="*/ 274027 h 1827681"/>
              <a:gd name="connsiteX41" fmla="*/ 647506 w 1403690"/>
              <a:gd name="connsiteY41" fmla="*/ 274027 h 1827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1403690" h="1827681">
                <a:moveTo>
                  <a:pt x="680291" y="424322"/>
                </a:moveTo>
                <a:cubicBezTo>
                  <a:pt x="292858" y="436227"/>
                  <a:pt x="-11569" y="759956"/>
                  <a:pt x="338" y="1147389"/>
                </a:cubicBezTo>
                <a:cubicBezTo>
                  <a:pt x="12242" y="1534822"/>
                  <a:pt x="335971" y="1839248"/>
                  <a:pt x="723404" y="1827344"/>
                </a:cubicBezTo>
                <a:cubicBezTo>
                  <a:pt x="1102516" y="1815694"/>
                  <a:pt x="1403781" y="1504952"/>
                  <a:pt x="1403690" y="1125662"/>
                </a:cubicBezTo>
                <a:cubicBezTo>
                  <a:pt x="1400072" y="734629"/>
                  <a:pt x="1080145" y="420566"/>
                  <a:pt x="689111" y="424185"/>
                </a:cubicBezTo>
                <a:cubicBezTo>
                  <a:pt x="686171" y="424213"/>
                  <a:pt x="683232" y="424257"/>
                  <a:pt x="680291" y="424322"/>
                </a:cubicBezTo>
                <a:close/>
                <a:moveTo>
                  <a:pt x="1047556" y="1039336"/>
                </a:moveTo>
                <a:lnTo>
                  <a:pt x="912801" y="1178702"/>
                </a:lnTo>
                <a:lnTo>
                  <a:pt x="946490" y="1375918"/>
                </a:lnTo>
                <a:cubicBezTo>
                  <a:pt x="957719" y="1445602"/>
                  <a:pt x="923932" y="1468763"/>
                  <a:pt x="867883" y="1433972"/>
                </a:cubicBezTo>
                <a:lnTo>
                  <a:pt x="699242" y="1341329"/>
                </a:lnTo>
                <a:lnTo>
                  <a:pt x="530700" y="1434171"/>
                </a:lnTo>
                <a:cubicBezTo>
                  <a:pt x="474551" y="1468964"/>
                  <a:pt x="440763" y="1434171"/>
                  <a:pt x="451992" y="1376119"/>
                </a:cubicBezTo>
                <a:lnTo>
                  <a:pt x="485782" y="1178801"/>
                </a:lnTo>
                <a:lnTo>
                  <a:pt x="350926" y="1039437"/>
                </a:lnTo>
                <a:cubicBezTo>
                  <a:pt x="305910" y="993114"/>
                  <a:pt x="317139" y="946592"/>
                  <a:pt x="384716" y="935062"/>
                </a:cubicBezTo>
                <a:lnTo>
                  <a:pt x="564387" y="911802"/>
                </a:lnTo>
                <a:lnTo>
                  <a:pt x="643193" y="737645"/>
                </a:lnTo>
                <a:cubicBezTo>
                  <a:pt x="665653" y="679592"/>
                  <a:pt x="710672" y="679592"/>
                  <a:pt x="744460" y="737645"/>
                </a:cubicBezTo>
                <a:lnTo>
                  <a:pt x="823166" y="911802"/>
                </a:lnTo>
                <a:lnTo>
                  <a:pt x="1014067" y="935062"/>
                </a:lnTo>
                <a:cubicBezTo>
                  <a:pt x="1081645" y="958122"/>
                  <a:pt x="1104203" y="992915"/>
                  <a:pt x="1047857" y="1039336"/>
                </a:cubicBezTo>
                <a:lnTo>
                  <a:pt x="1047556" y="1039336"/>
                </a:lnTo>
                <a:close/>
                <a:moveTo>
                  <a:pt x="1392461" y="63675"/>
                </a:moveTo>
                <a:cubicBezTo>
                  <a:pt x="1398788" y="58375"/>
                  <a:pt x="1402814" y="50827"/>
                  <a:pt x="1403690" y="42620"/>
                </a:cubicBezTo>
                <a:cubicBezTo>
                  <a:pt x="1401361" y="19401"/>
                  <a:pt x="1382289" y="1442"/>
                  <a:pt x="1358973" y="509"/>
                </a:cubicBezTo>
                <a:lnTo>
                  <a:pt x="934560" y="509"/>
                </a:lnTo>
                <a:cubicBezTo>
                  <a:pt x="924330" y="-1145"/>
                  <a:pt x="913858" y="1266"/>
                  <a:pt x="905382" y="7227"/>
                </a:cubicBezTo>
                <a:cubicBezTo>
                  <a:pt x="897064" y="13039"/>
                  <a:pt x="891457" y="21974"/>
                  <a:pt x="889841" y="31992"/>
                </a:cubicBezTo>
                <a:lnTo>
                  <a:pt x="755789" y="263700"/>
                </a:lnTo>
                <a:cubicBezTo>
                  <a:pt x="755789" y="263700"/>
                  <a:pt x="1035223" y="274127"/>
                  <a:pt x="1202863" y="432041"/>
                </a:cubicBezTo>
                <a:lnTo>
                  <a:pt x="1392562" y="63675"/>
                </a:lnTo>
                <a:close/>
                <a:moveTo>
                  <a:pt x="647506" y="274027"/>
                </a:moveTo>
                <a:lnTo>
                  <a:pt x="513653" y="32092"/>
                </a:lnTo>
                <a:cubicBezTo>
                  <a:pt x="512016" y="22030"/>
                  <a:pt x="506374" y="13059"/>
                  <a:pt x="498013" y="7227"/>
                </a:cubicBezTo>
                <a:cubicBezTo>
                  <a:pt x="489564" y="1292"/>
                  <a:pt x="479133" y="-1118"/>
                  <a:pt x="468936" y="509"/>
                </a:cubicBezTo>
                <a:lnTo>
                  <a:pt x="55852" y="509"/>
                </a:lnTo>
                <a:cubicBezTo>
                  <a:pt x="28902" y="-2904"/>
                  <a:pt x="4136" y="15770"/>
                  <a:pt x="7" y="42620"/>
                </a:cubicBezTo>
                <a:cubicBezTo>
                  <a:pt x="7" y="53147"/>
                  <a:pt x="7" y="63675"/>
                  <a:pt x="11135" y="63675"/>
                </a:cubicBezTo>
                <a:lnTo>
                  <a:pt x="201034" y="431942"/>
                </a:lnTo>
                <a:cubicBezTo>
                  <a:pt x="368473" y="295082"/>
                  <a:pt x="647906" y="274027"/>
                  <a:pt x="647906" y="274027"/>
                </a:cubicBezTo>
                <a:lnTo>
                  <a:pt x="647506" y="274027"/>
                </a:lnTo>
                <a:close/>
              </a:path>
            </a:pathLst>
          </a:custGeom>
          <a:solidFill>
            <a:srgbClr val="64A2A4"/>
          </a:solidFill>
          <a:ln w="3175">
            <a:noFill/>
          </a:ln>
          <a:effectLst>
            <a:outerShdw blurRad="238252" dist="119126" dir="2700001" algn="tl" rotWithShape="0">
              <a:srgbClr val="BFA3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BEF8D8B-C659-4870-A9BF-390EEA539F13}"/>
              </a:ext>
            </a:extLst>
          </p:cNvPr>
          <p:cNvSpPr/>
          <p:nvPr/>
        </p:nvSpPr>
        <p:spPr>
          <a:xfrm>
            <a:off x="9747286" y="2540154"/>
            <a:ext cx="733108" cy="73310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21" name="图形 9">
            <a:extLst>
              <a:ext uri="{FF2B5EF4-FFF2-40B4-BE49-F238E27FC236}">
                <a16:creationId xmlns:a16="http://schemas.microsoft.com/office/drawing/2014/main" id="{F5BC952E-E994-432C-97FC-47D6E14126A1}"/>
              </a:ext>
            </a:extLst>
          </p:cNvPr>
          <p:cNvSpPr/>
          <p:nvPr/>
        </p:nvSpPr>
        <p:spPr>
          <a:xfrm>
            <a:off x="9904698" y="2768742"/>
            <a:ext cx="418284" cy="301214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  <a:gd name="connsiteX55" fmla="*/ 373273 h 605239"/>
              <a:gd name="connsiteY55" fmla="*/ 373273 h 605239"/>
              <a:gd name="connsiteX56" fmla="*/ 373273 h 605239"/>
              <a:gd name="connsiteY56" fmla="*/ 373273 h 605239"/>
              <a:gd name="connsiteX57" fmla="*/ 373273 h 605239"/>
              <a:gd name="connsiteY57" fmla="*/ 373273 h 605239"/>
              <a:gd name="connsiteX58" fmla="*/ 373273 h 605239"/>
              <a:gd name="connsiteY58" fmla="*/ 373273 h 605239"/>
              <a:gd name="connsiteX59" fmla="*/ 373273 h 605239"/>
              <a:gd name="connsiteY59" fmla="*/ 373273 h 605239"/>
              <a:gd name="connsiteX60" fmla="*/ 373273 h 605239"/>
              <a:gd name="connsiteY60" fmla="*/ 373273 h 605239"/>
              <a:gd name="connsiteX61" fmla="*/ 373273 h 605239"/>
              <a:gd name="connsiteY61" fmla="*/ 373273 h 605239"/>
              <a:gd name="connsiteX62" fmla="*/ 373273 h 605239"/>
              <a:gd name="connsiteY62" fmla="*/ 373273 h 605239"/>
              <a:gd name="connsiteX63" fmla="*/ 373273 h 605239"/>
              <a:gd name="connsiteY63" fmla="*/ 373273 h 605239"/>
              <a:gd name="connsiteX64" fmla="*/ 373273 h 605239"/>
              <a:gd name="connsiteY64" fmla="*/ 373273 h 605239"/>
              <a:gd name="connsiteX65" fmla="*/ 373273 h 605239"/>
              <a:gd name="connsiteY65" fmla="*/ 373273 h 605239"/>
              <a:gd name="connsiteX66" fmla="*/ 373273 h 605239"/>
              <a:gd name="connsiteY66" fmla="*/ 373273 h 605239"/>
              <a:gd name="connsiteX67" fmla="*/ 373273 h 605239"/>
              <a:gd name="connsiteY67" fmla="*/ 373273 h 605239"/>
              <a:gd name="connsiteX68" fmla="*/ 373273 h 605239"/>
              <a:gd name="connsiteY68" fmla="*/ 373273 h 605239"/>
              <a:gd name="connsiteX69" fmla="*/ 373273 h 605239"/>
              <a:gd name="connsiteY69" fmla="*/ 373273 h 605239"/>
              <a:gd name="connsiteX70" fmla="*/ 373273 h 605239"/>
              <a:gd name="connsiteY70" fmla="*/ 373273 h 605239"/>
              <a:gd name="connsiteX71" fmla="*/ 373273 h 605239"/>
              <a:gd name="connsiteY71" fmla="*/ 373273 h 605239"/>
              <a:gd name="connsiteX72" fmla="*/ 373273 h 605239"/>
              <a:gd name="connsiteY72" fmla="*/ 373273 h 605239"/>
              <a:gd name="connsiteX73" fmla="*/ 373273 h 605239"/>
              <a:gd name="connsiteY73" fmla="*/ 373273 h 605239"/>
              <a:gd name="connsiteX74" fmla="*/ 373273 h 605239"/>
              <a:gd name="connsiteY74" fmla="*/ 373273 h 605239"/>
              <a:gd name="connsiteX75" fmla="*/ 373273 h 605239"/>
              <a:gd name="connsiteY75" fmla="*/ 373273 h 605239"/>
              <a:gd name="connsiteX76" fmla="*/ 373273 h 605239"/>
              <a:gd name="connsiteY76" fmla="*/ 373273 h 605239"/>
              <a:gd name="connsiteX77" fmla="*/ 373273 h 605239"/>
              <a:gd name="connsiteY77" fmla="*/ 373273 h 605239"/>
              <a:gd name="connsiteX78" fmla="*/ 373273 h 605239"/>
              <a:gd name="connsiteY78" fmla="*/ 373273 h 605239"/>
              <a:gd name="connsiteX79" fmla="*/ 373273 h 605239"/>
              <a:gd name="connsiteY79" fmla="*/ 373273 h 605239"/>
              <a:gd name="connsiteX80" fmla="*/ 373273 h 605239"/>
              <a:gd name="connsiteY80" fmla="*/ 373273 h 605239"/>
              <a:gd name="connsiteX81" fmla="*/ 373273 h 605239"/>
              <a:gd name="connsiteY81" fmla="*/ 373273 h 605239"/>
              <a:gd name="connsiteX82" fmla="*/ 373273 h 605239"/>
              <a:gd name="connsiteY82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037" h="437859">
                <a:moveTo>
                  <a:pt x="435614" y="275305"/>
                </a:moveTo>
                <a:cubicBezTo>
                  <a:pt x="437271" y="274359"/>
                  <a:pt x="439284" y="274596"/>
                  <a:pt x="440823" y="275778"/>
                </a:cubicBezTo>
                <a:cubicBezTo>
                  <a:pt x="448635" y="281809"/>
                  <a:pt x="457277" y="285948"/>
                  <a:pt x="466273" y="287959"/>
                </a:cubicBezTo>
                <a:cubicBezTo>
                  <a:pt x="467930" y="288313"/>
                  <a:pt x="469232" y="289496"/>
                  <a:pt x="469824" y="291033"/>
                </a:cubicBezTo>
                <a:lnTo>
                  <a:pt x="478939" y="315276"/>
                </a:lnTo>
                <a:lnTo>
                  <a:pt x="488172" y="291033"/>
                </a:lnTo>
                <a:cubicBezTo>
                  <a:pt x="488764" y="289496"/>
                  <a:pt x="490066" y="288313"/>
                  <a:pt x="491723" y="287959"/>
                </a:cubicBezTo>
                <a:cubicBezTo>
                  <a:pt x="500838" y="285948"/>
                  <a:pt x="509361" y="281809"/>
                  <a:pt x="517174" y="275778"/>
                </a:cubicBezTo>
                <a:cubicBezTo>
                  <a:pt x="518713" y="274596"/>
                  <a:pt x="520725" y="274359"/>
                  <a:pt x="522382" y="275305"/>
                </a:cubicBezTo>
                <a:cubicBezTo>
                  <a:pt x="529485" y="278971"/>
                  <a:pt x="564878" y="298247"/>
                  <a:pt x="573875" y="309954"/>
                </a:cubicBezTo>
                <a:cubicBezTo>
                  <a:pt x="591157" y="332423"/>
                  <a:pt x="603468" y="399829"/>
                  <a:pt x="607966" y="427738"/>
                </a:cubicBezTo>
                <a:cubicBezTo>
                  <a:pt x="608203" y="429157"/>
                  <a:pt x="607848" y="430694"/>
                  <a:pt x="606901" y="431758"/>
                </a:cubicBezTo>
                <a:cubicBezTo>
                  <a:pt x="605954" y="432823"/>
                  <a:pt x="604652" y="433414"/>
                  <a:pt x="603231" y="433414"/>
                </a:cubicBezTo>
                <a:lnTo>
                  <a:pt x="354765" y="433414"/>
                </a:lnTo>
                <a:cubicBezTo>
                  <a:pt x="353344" y="433414"/>
                  <a:pt x="352042" y="432823"/>
                  <a:pt x="351095" y="431758"/>
                </a:cubicBezTo>
                <a:cubicBezTo>
                  <a:pt x="350148" y="430694"/>
                  <a:pt x="349793" y="429157"/>
                  <a:pt x="350030" y="427738"/>
                </a:cubicBezTo>
                <a:cubicBezTo>
                  <a:pt x="354528" y="399829"/>
                  <a:pt x="366839" y="332423"/>
                  <a:pt x="384122" y="309954"/>
                </a:cubicBezTo>
                <a:cubicBezTo>
                  <a:pt x="393118" y="298247"/>
                  <a:pt x="428512" y="278971"/>
                  <a:pt x="435614" y="275305"/>
                </a:cubicBezTo>
                <a:close/>
                <a:moveTo>
                  <a:pt x="479051" y="123066"/>
                </a:moveTo>
                <a:cubicBezTo>
                  <a:pt x="542255" y="123066"/>
                  <a:pt x="548646" y="158180"/>
                  <a:pt x="548646" y="201334"/>
                </a:cubicBezTo>
                <a:cubicBezTo>
                  <a:pt x="548646" y="244607"/>
                  <a:pt x="517518" y="279721"/>
                  <a:pt x="479051" y="279721"/>
                </a:cubicBezTo>
                <a:cubicBezTo>
                  <a:pt x="440584" y="279721"/>
                  <a:pt x="409337" y="244607"/>
                  <a:pt x="409337" y="201334"/>
                </a:cubicBezTo>
                <a:cubicBezTo>
                  <a:pt x="409337" y="198852"/>
                  <a:pt x="409337" y="196369"/>
                  <a:pt x="409455" y="193886"/>
                </a:cubicBezTo>
                <a:cubicBezTo>
                  <a:pt x="405668" y="196723"/>
                  <a:pt x="402235" y="200389"/>
                  <a:pt x="400460" y="205000"/>
                </a:cubicBezTo>
                <a:cubicBezTo>
                  <a:pt x="397856" y="211502"/>
                  <a:pt x="399276" y="219305"/>
                  <a:pt x="404484" y="228173"/>
                </a:cubicBezTo>
                <a:cubicBezTo>
                  <a:pt x="406259" y="228646"/>
                  <a:pt x="407916" y="229710"/>
                  <a:pt x="408982" y="231365"/>
                </a:cubicBezTo>
                <a:lnTo>
                  <a:pt x="411822" y="235503"/>
                </a:lnTo>
                <a:cubicBezTo>
                  <a:pt x="413124" y="237276"/>
                  <a:pt x="413598" y="239405"/>
                  <a:pt x="413243" y="241651"/>
                </a:cubicBezTo>
                <a:cubicBezTo>
                  <a:pt x="412888" y="243779"/>
                  <a:pt x="411586" y="245671"/>
                  <a:pt x="409810" y="246853"/>
                </a:cubicBezTo>
                <a:cubicBezTo>
                  <a:pt x="408508" y="247799"/>
                  <a:pt x="406851" y="248390"/>
                  <a:pt x="405194" y="248390"/>
                </a:cubicBezTo>
                <a:cubicBezTo>
                  <a:pt x="402472" y="248390"/>
                  <a:pt x="399986" y="247090"/>
                  <a:pt x="398448" y="244843"/>
                </a:cubicBezTo>
                <a:lnTo>
                  <a:pt x="395489" y="240705"/>
                </a:lnTo>
                <a:cubicBezTo>
                  <a:pt x="394187" y="238695"/>
                  <a:pt x="393832" y="236331"/>
                  <a:pt x="394305" y="234202"/>
                </a:cubicBezTo>
                <a:cubicBezTo>
                  <a:pt x="387085" y="222143"/>
                  <a:pt x="385428" y="210793"/>
                  <a:pt x="389334" y="200625"/>
                </a:cubicBezTo>
                <a:cubicBezTo>
                  <a:pt x="393358" y="190221"/>
                  <a:pt x="402590" y="183482"/>
                  <a:pt x="410284" y="179344"/>
                </a:cubicBezTo>
                <a:cubicBezTo>
                  <a:pt x="413361" y="146830"/>
                  <a:pt x="426854" y="123066"/>
                  <a:pt x="479051" y="123066"/>
                </a:cubicBezTo>
                <a:close/>
                <a:moveTo>
                  <a:pt x="251377" y="87196"/>
                </a:moveTo>
                <a:cubicBezTo>
                  <a:pt x="255047" y="87078"/>
                  <a:pt x="258599" y="88970"/>
                  <a:pt x="260493" y="92162"/>
                </a:cubicBezTo>
                <a:lnTo>
                  <a:pt x="294826" y="150452"/>
                </a:lnTo>
                <a:lnTo>
                  <a:pt x="373554" y="150452"/>
                </a:lnTo>
                <a:cubicBezTo>
                  <a:pt x="379118" y="150452"/>
                  <a:pt x="383735" y="155063"/>
                  <a:pt x="383735" y="160738"/>
                </a:cubicBezTo>
                <a:cubicBezTo>
                  <a:pt x="383735" y="166414"/>
                  <a:pt x="379118" y="171025"/>
                  <a:pt x="373554" y="171025"/>
                </a:cubicBezTo>
                <a:lnTo>
                  <a:pt x="289025" y="171025"/>
                </a:lnTo>
                <a:cubicBezTo>
                  <a:pt x="285355" y="171025"/>
                  <a:pt x="281921" y="169015"/>
                  <a:pt x="280145" y="165941"/>
                </a:cubicBezTo>
                <a:lnTo>
                  <a:pt x="252206" y="118529"/>
                </a:lnTo>
                <a:lnTo>
                  <a:pt x="201773" y="214890"/>
                </a:lnTo>
                <a:cubicBezTo>
                  <a:pt x="200115" y="217964"/>
                  <a:pt x="197155" y="219974"/>
                  <a:pt x="193722" y="220329"/>
                </a:cubicBezTo>
                <a:cubicBezTo>
                  <a:pt x="193367" y="220329"/>
                  <a:pt x="193012" y="220447"/>
                  <a:pt x="192657" y="220447"/>
                </a:cubicBezTo>
                <a:cubicBezTo>
                  <a:pt x="189579" y="220447"/>
                  <a:pt x="186619" y="219028"/>
                  <a:pt x="184606" y="216545"/>
                </a:cubicBezTo>
                <a:lnTo>
                  <a:pt x="148261" y="171025"/>
                </a:lnTo>
                <a:lnTo>
                  <a:pt x="75926" y="171025"/>
                </a:lnTo>
                <a:cubicBezTo>
                  <a:pt x="70243" y="171025"/>
                  <a:pt x="65626" y="166414"/>
                  <a:pt x="65626" y="160738"/>
                </a:cubicBezTo>
                <a:cubicBezTo>
                  <a:pt x="65626" y="155063"/>
                  <a:pt x="70243" y="150452"/>
                  <a:pt x="75926" y="150452"/>
                </a:cubicBezTo>
                <a:lnTo>
                  <a:pt x="153233" y="150452"/>
                </a:lnTo>
                <a:cubicBezTo>
                  <a:pt x="156311" y="150452"/>
                  <a:pt x="159271" y="151871"/>
                  <a:pt x="161284" y="154354"/>
                </a:cubicBezTo>
                <a:lnTo>
                  <a:pt x="190881" y="191480"/>
                </a:lnTo>
                <a:lnTo>
                  <a:pt x="242498" y="92635"/>
                </a:lnTo>
                <a:cubicBezTo>
                  <a:pt x="244274" y="89325"/>
                  <a:pt x="247589" y="87315"/>
                  <a:pt x="251377" y="87196"/>
                </a:cubicBezTo>
                <a:close/>
                <a:moveTo>
                  <a:pt x="13735" y="0"/>
                </a:moveTo>
                <a:lnTo>
                  <a:pt x="495160" y="0"/>
                </a:lnTo>
                <a:cubicBezTo>
                  <a:pt x="502738" y="0"/>
                  <a:pt x="508776" y="6147"/>
                  <a:pt x="508776" y="13713"/>
                </a:cubicBezTo>
                <a:lnTo>
                  <a:pt x="508776" y="104618"/>
                </a:lnTo>
                <a:cubicBezTo>
                  <a:pt x="499186" y="102254"/>
                  <a:pt x="488411" y="101072"/>
                  <a:pt x="476452" y="101072"/>
                </a:cubicBezTo>
                <a:cubicBezTo>
                  <a:pt x="472308" y="101072"/>
                  <a:pt x="468282" y="101190"/>
                  <a:pt x="464375" y="101426"/>
                </a:cubicBezTo>
                <a:lnTo>
                  <a:pt x="464375" y="37946"/>
                </a:lnTo>
                <a:lnTo>
                  <a:pt x="44401" y="37946"/>
                </a:lnTo>
                <a:lnTo>
                  <a:pt x="44401" y="297896"/>
                </a:lnTo>
                <a:lnTo>
                  <a:pt x="203653" y="297896"/>
                </a:lnTo>
                <a:lnTo>
                  <a:pt x="305242" y="297896"/>
                </a:lnTo>
                <a:lnTo>
                  <a:pt x="362667" y="297896"/>
                </a:lnTo>
                <a:cubicBezTo>
                  <a:pt x="356037" y="306998"/>
                  <a:pt x="350117" y="320356"/>
                  <a:pt x="345025" y="335842"/>
                </a:cubicBezTo>
                <a:lnTo>
                  <a:pt x="325015" y="335842"/>
                </a:lnTo>
                <a:cubicBezTo>
                  <a:pt x="326673" y="345772"/>
                  <a:pt x="329515" y="359957"/>
                  <a:pt x="334132" y="375916"/>
                </a:cubicBezTo>
                <a:cubicBezTo>
                  <a:pt x="330343" y="392584"/>
                  <a:pt x="327265" y="409606"/>
                  <a:pt x="324778" y="424974"/>
                </a:cubicBezTo>
                <a:cubicBezTo>
                  <a:pt x="324068" y="429348"/>
                  <a:pt x="324542" y="433722"/>
                  <a:pt x="325844" y="437859"/>
                </a:cubicBezTo>
                <a:lnTo>
                  <a:pt x="171566" y="437859"/>
                </a:lnTo>
                <a:cubicBezTo>
                  <a:pt x="166829" y="437859"/>
                  <a:pt x="162567" y="435495"/>
                  <a:pt x="159962" y="431594"/>
                </a:cubicBezTo>
                <a:cubicBezTo>
                  <a:pt x="157476" y="427575"/>
                  <a:pt x="157120" y="422728"/>
                  <a:pt x="159133" y="418472"/>
                </a:cubicBezTo>
                <a:cubicBezTo>
                  <a:pt x="173815" y="386437"/>
                  <a:pt x="180801" y="354046"/>
                  <a:pt x="183761" y="335842"/>
                </a:cubicBezTo>
                <a:lnTo>
                  <a:pt x="13735" y="335842"/>
                </a:lnTo>
                <a:cubicBezTo>
                  <a:pt x="6157" y="335842"/>
                  <a:pt x="0" y="329695"/>
                  <a:pt x="0" y="322129"/>
                </a:cubicBezTo>
                <a:lnTo>
                  <a:pt x="0" y="13713"/>
                </a:lnTo>
                <a:cubicBezTo>
                  <a:pt x="0" y="6147"/>
                  <a:pt x="6157" y="0"/>
                  <a:pt x="13735" y="0"/>
                </a:cubicBezTo>
                <a:close/>
              </a:path>
            </a:pathLst>
          </a:custGeom>
          <a:solidFill>
            <a:srgbClr val="83C0C8"/>
          </a:solidFill>
          <a:ln w="3175">
            <a:noFill/>
          </a:ln>
          <a:effectLst>
            <a:outerShdw blurRad="238252" dist="119126" dir="2700001" algn="tl" rotWithShape="0">
              <a:srgbClr val="BFA376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2530" tIns="61265" rIns="122530" bIns="61265" rtlCol="0" anchor="ctr"/>
          <a:lstStyle/>
          <a:p>
            <a:pPr algn="ctr"/>
            <a:endParaRPr lang="zh-CN" altLang="en-US" sz="4400" dirty="0">
              <a:solidFill>
                <a:schemeClr val="bg1"/>
              </a:solidFill>
              <a:effectLst>
                <a:outerShdw blurRad="215900" dist="38100" dir="2700000" algn="tl" rotWithShape="0">
                  <a:prstClr val="black">
                    <a:alpha val="14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sym typeface="思源黑体 CN Normal" panose="020B0400000000000000" pitchFamily="3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 cstate="print">
            <a:duotone>
              <a:prstClr val="black"/>
              <a:schemeClr val="accent4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251" b="7251"/>
          <a:stretch/>
        </p:blipFill>
        <p:spPr>
          <a:xfrm>
            <a:off x="1631117" y="3720655"/>
            <a:ext cx="3216224" cy="1831223"/>
          </a:xfrm>
          <a:prstGeom prst="rect">
            <a:avLst/>
          </a:prstGeom>
        </p:spPr>
      </p:pic>
      <p:grpSp>
        <p:nvGrpSpPr>
          <p:cNvPr id="2" name="组合 33">
            <a:extLst>
              <a:ext uri="{FF2B5EF4-FFF2-40B4-BE49-F238E27FC236}">
                <a16:creationId xmlns:a16="http://schemas.microsoft.com/office/drawing/2014/main" id="{51741985-5716-C1A9-99ED-6FCE058BD535}"/>
              </a:ext>
            </a:extLst>
          </p:cNvPr>
          <p:cNvGrpSpPr/>
          <p:nvPr/>
        </p:nvGrpSpPr>
        <p:grpSpPr>
          <a:xfrm>
            <a:off x="1485282" y="133584"/>
            <a:ext cx="9506010" cy="576183"/>
            <a:chOff x="4427506" y="238259"/>
            <a:chExt cx="3270131" cy="869284"/>
          </a:xfrm>
        </p:grpSpPr>
        <p:sp>
          <p:nvSpPr>
            <p:cNvPr id="3" name="矩形 40">
              <a:extLst>
                <a:ext uri="{FF2B5EF4-FFF2-40B4-BE49-F238E27FC236}">
                  <a16:creationId xmlns:a16="http://schemas.microsoft.com/office/drawing/2014/main" id="{F793017E-71A9-F473-0657-0C1CF09D0249}"/>
                </a:ext>
              </a:extLst>
            </p:cNvPr>
            <p:cNvSpPr/>
            <p:nvPr/>
          </p:nvSpPr>
          <p:spPr>
            <a:xfrm>
              <a:off x="4427506" y="238259"/>
              <a:ext cx="3270131" cy="8692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vi-VN" sz="2800" b="1" dirty="0">
                  <a:solidFill>
                    <a:schemeClr val="accent1">
                      <a:lumMod val="75000"/>
                    </a:schemeClr>
                  </a:solidFill>
                  <a:latin typeface="+mj-lt"/>
                </a:rPr>
                <a:t>TỔNG KẾT ĐÁNH GIÁ &amp; HƯỚNG PHÁT TRIỂN</a:t>
              </a:r>
              <a:endParaRPr lang="zh-CN" altLang="en-US" sz="2800" b="1" dirty="0">
                <a:solidFill>
                  <a:schemeClr val="accent1">
                    <a:lumMod val="75000"/>
                  </a:schemeClr>
                </a:solidFill>
                <a:latin typeface="+mj-lt"/>
                <a:ea typeface="思源黑体" panose="020B0500000000000000" pitchFamily="34" charset="-122"/>
                <a:cs typeface="Times New Roman" panose="02020603050405020304" pitchFamily="18" charset="0"/>
                <a:sym typeface="+mn-lt"/>
              </a:endParaRPr>
            </a:p>
          </p:txBody>
        </p:sp>
        <p:cxnSp>
          <p:nvCxnSpPr>
            <p:cNvPr id="4" name="直接连接符 35">
              <a:extLst>
                <a:ext uri="{FF2B5EF4-FFF2-40B4-BE49-F238E27FC236}">
                  <a16:creationId xmlns:a16="http://schemas.microsoft.com/office/drawing/2014/main" id="{E837FCBB-B1C4-AC22-B8F8-7EC45965D018}"/>
                </a:ext>
              </a:extLst>
            </p:cNvPr>
            <p:cNvCxnSpPr>
              <a:cxnSpLocks/>
            </p:cNvCxnSpPr>
            <p:nvPr/>
          </p:nvCxnSpPr>
          <p:spPr>
            <a:xfrm>
              <a:off x="4982707" y="1089550"/>
              <a:ext cx="2159730" cy="0"/>
            </a:xfrm>
            <a:prstGeom prst="line">
              <a:avLst/>
            </a:prstGeom>
            <a:ln w="50800">
              <a:solidFill>
                <a:srgbClr val="64A2A4"/>
              </a:solidFill>
            </a:ln>
            <a:effectLst>
              <a:outerShdw blurRad="101600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稿定PPT-10-1">
            <a:extLst>
              <a:ext uri="{FF2B5EF4-FFF2-40B4-BE49-F238E27FC236}">
                <a16:creationId xmlns:a16="http://schemas.microsoft.com/office/drawing/2014/main" id="{A9288FFC-1558-E585-F2D7-B9B3CB207BBC}"/>
              </a:ext>
            </a:extLst>
          </p:cNvPr>
          <p:cNvSpPr txBox="1"/>
          <p:nvPr/>
        </p:nvSpPr>
        <p:spPr>
          <a:xfrm>
            <a:off x="5914840" y="2042541"/>
            <a:ext cx="3710201" cy="32662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lvl="0" defTabSz="913765">
              <a:buSzPct val="25000"/>
              <a:defRPr/>
            </a:pPr>
            <a:r>
              <a:rPr lang="vi-VN" sz="1600" b="1" dirty="0">
                <a:latin typeface="+mj-lt"/>
              </a:rPr>
              <a:t>HƯỚNG PHÁT TRIỂN TƯƠNG LAI</a:t>
            </a:r>
            <a:endParaRPr lang="zh-CN" altLang="en-US" sz="1600" b="1" dirty="0">
              <a:solidFill>
                <a:schemeClr val="bg2">
                  <a:lumMod val="25000"/>
                </a:schemeClr>
              </a:solidFill>
              <a:latin typeface="+mj-lt"/>
              <a:ea typeface="思源黑体" panose="020B0500000000000000" pitchFamily="34" charset="-122"/>
              <a:cs typeface="Times New Roman" panose="02020603050405020304" pitchFamily="18" charset="0"/>
              <a:sym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3482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 animBg="1"/>
      <p:bldP spid="11" grpId="0"/>
      <p:bldP spid="12" grpId="0"/>
      <p:bldP spid="14" grpId="0" animBg="1"/>
      <p:bldP spid="15" grpId="0"/>
      <p:bldP spid="16" grpId="0"/>
      <p:bldP spid="18" grpId="0" animBg="1"/>
      <p:bldP spid="19" grpId="0" animBg="1"/>
      <p:bldP spid="20" grpId="0" animBg="1"/>
      <p:bldP spid="21" grpId="0" animBg="1"/>
      <p:bldP spid="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82732" y="1468111"/>
            <a:ext cx="6630561" cy="1862048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US" altLang="zh-CN" sz="11500" b="1" dirty="0">
                <a:gradFill>
                  <a:gsLst>
                    <a:gs pos="0">
                      <a:srgbClr val="64A2A4">
                        <a:alpha val="83000"/>
                      </a:srgbClr>
                    </a:gs>
                    <a:gs pos="81000">
                      <a:srgbClr val="83C0C8">
                        <a:alpha val="0"/>
                      </a:srgbClr>
                    </a:gs>
                  </a:gsLst>
                  <a:lin ang="5400000" scaled="0"/>
                </a:gra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Aa楷体" panose="02000500000000000000" pitchFamily="2" charset="-122"/>
                <a:sym typeface="阿里巴巴普惠体" panose="00020600040101010101" pitchFamily="18" charset="-122"/>
              </a:rPr>
              <a:t>THANKS</a:t>
            </a:r>
            <a:endParaRPr lang="zh-CN" altLang="en-US" sz="11500" b="1" dirty="0">
              <a:gradFill>
                <a:gsLst>
                  <a:gs pos="0">
                    <a:srgbClr val="64A2A4">
                      <a:alpha val="83000"/>
                    </a:srgbClr>
                  </a:gs>
                  <a:gs pos="81000">
                    <a:srgbClr val="83C0C8">
                      <a:alpha val="0"/>
                    </a:srgbClr>
                  </a:gs>
                </a:gsLst>
                <a:lin ang="5400000" scaled="0"/>
              </a:gra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02082" y="2662349"/>
            <a:ext cx="914935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Cảm</a:t>
            </a:r>
            <a:r>
              <a:rPr lang="en-US" altLang="zh-CN" sz="60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ơn</a:t>
            </a:r>
            <a:r>
              <a:rPr lang="en-US" altLang="zh-CN" sz="60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thầy</a:t>
            </a:r>
            <a:r>
              <a:rPr lang="en-US" altLang="zh-CN" sz="60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và</a:t>
            </a:r>
            <a:r>
              <a:rPr lang="en-US" altLang="zh-CN" sz="60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các</a:t>
            </a:r>
            <a:r>
              <a:rPr lang="en-US" altLang="zh-CN" sz="60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bạn</a:t>
            </a:r>
            <a:r>
              <a:rPr lang="en-US" altLang="zh-CN" sz="60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đã</a:t>
            </a:r>
            <a:r>
              <a:rPr lang="en-US" altLang="zh-CN" sz="60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lắng</a:t>
            </a:r>
            <a:r>
              <a:rPr lang="en-US" altLang="zh-CN" sz="6000" b="1" dirty="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6000" b="1" dirty="0" err="1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101600" dist="38100" dir="2700000" algn="tl">
                    <a:srgbClr val="000000">
                      <a:alpha val="15000"/>
                    </a:srgbClr>
                  </a:outerShdw>
                </a:effectLst>
                <a:latin typeface="Times New Roman" panose="02020603050405020304" pitchFamily="18" charset="0"/>
                <a:ea typeface="思源黑体" panose="020B0500000000000000" pitchFamily="34" charset="-122"/>
                <a:cs typeface="Times New Roman" panose="02020603050405020304" pitchFamily="18" charset="0"/>
              </a:rPr>
              <a:t>nghe</a:t>
            </a:r>
            <a:endParaRPr lang="zh-CN" altLang="en-US" sz="6000" b="1" dirty="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101600" dist="38100" dir="2700000" algn="tl">
                  <a:srgbClr val="000000">
                    <a:alpha val="15000"/>
                  </a:srgbClr>
                </a:outerShdw>
              </a:effectLst>
              <a:latin typeface="Times New Roman" panose="02020603050405020304" pitchFamily="18" charset="0"/>
              <a:ea typeface="思源黑体" panose="020B05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任意多边形 40"/>
          <p:cNvSpPr/>
          <p:nvPr/>
        </p:nvSpPr>
        <p:spPr>
          <a:xfrm>
            <a:off x="10610401" y="2907324"/>
            <a:ext cx="1581601" cy="3950678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81601" h="3181849">
                <a:moveTo>
                  <a:pt x="1581601" y="0"/>
                </a:moveTo>
                <a:lnTo>
                  <a:pt x="1581601" y="3181849"/>
                </a:lnTo>
                <a:lnTo>
                  <a:pt x="23295" y="3181849"/>
                </a:lnTo>
                <a:lnTo>
                  <a:pt x="6636" y="3006685"/>
                </a:lnTo>
                <a:cubicBezTo>
                  <a:pt x="2234" y="2937244"/>
                  <a:pt x="0" y="2867215"/>
                  <a:pt x="0" y="2796663"/>
                </a:cubicBezTo>
                <a:cubicBezTo>
                  <a:pt x="0" y="1667843"/>
                  <a:pt x="571931" y="672605"/>
                  <a:pt x="1441825" y="84916"/>
                </a:cubicBez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/>
        </p:nvSpPr>
        <p:spPr>
          <a:xfrm>
            <a:off x="3847621" y="5469336"/>
            <a:ext cx="6257697" cy="1432989"/>
          </a:xfrm>
          <a:custGeom>
            <a:avLst/>
            <a:gdLst>
              <a:gd name="connsiteX0" fmla="*/ 2609261 w 5218520"/>
              <a:gd name="connsiteY0" fmla="*/ 0 h 1432989"/>
              <a:gd name="connsiteX1" fmla="*/ 5157332 w 5218520"/>
              <a:gd name="connsiteY1" fmla="*/ 1333829 h 1432989"/>
              <a:gd name="connsiteX2" fmla="*/ 5218520 w 5218520"/>
              <a:gd name="connsiteY2" fmla="*/ 1432989 h 1432989"/>
              <a:gd name="connsiteX3" fmla="*/ 0 w 5218520"/>
              <a:gd name="connsiteY3" fmla="*/ 1432989 h 1432989"/>
              <a:gd name="connsiteX4" fmla="*/ 61189 w 5218520"/>
              <a:gd name="connsiteY4" fmla="*/ 1333829 h 1432989"/>
              <a:gd name="connsiteX5" fmla="*/ 2609261 w 5218520"/>
              <a:gd name="connsiteY5" fmla="*/ 0 h 1432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18520" h="1432989">
                <a:moveTo>
                  <a:pt x="2609261" y="0"/>
                </a:moveTo>
                <a:cubicBezTo>
                  <a:pt x="3669947" y="0"/>
                  <a:pt x="4605115" y="529093"/>
                  <a:pt x="5157332" y="1333829"/>
                </a:cubicBezTo>
                <a:lnTo>
                  <a:pt x="5218520" y="1432989"/>
                </a:lnTo>
                <a:lnTo>
                  <a:pt x="0" y="1432989"/>
                </a:lnTo>
                <a:lnTo>
                  <a:pt x="61189" y="1333829"/>
                </a:lnTo>
                <a:cubicBezTo>
                  <a:pt x="613405" y="529093"/>
                  <a:pt x="1548574" y="0"/>
                  <a:pt x="2609261" y="0"/>
                </a:cubicBezTo>
                <a:close/>
              </a:path>
            </a:pathLst>
          </a:custGeom>
          <a:solidFill>
            <a:srgbClr val="83C0C8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rot="16200000" flipH="1">
            <a:off x="8352320" y="3062643"/>
            <a:ext cx="2568101" cy="5111263"/>
          </a:xfrm>
          <a:custGeom>
            <a:avLst/>
            <a:gdLst>
              <a:gd name="connsiteX0" fmla="*/ 1581601 w 1581601"/>
              <a:gd name="connsiteY0" fmla="*/ 0 h 3181849"/>
              <a:gd name="connsiteX1" fmla="*/ 1581601 w 1581601"/>
              <a:gd name="connsiteY1" fmla="*/ 3181849 h 3181849"/>
              <a:gd name="connsiteX2" fmla="*/ 23295 w 1581601"/>
              <a:gd name="connsiteY2" fmla="*/ 3181849 h 3181849"/>
              <a:gd name="connsiteX3" fmla="*/ 6636 w 1581601"/>
              <a:gd name="connsiteY3" fmla="*/ 3006685 h 3181849"/>
              <a:gd name="connsiteX4" fmla="*/ 0 w 1581601"/>
              <a:gd name="connsiteY4" fmla="*/ 2796663 h 3181849"/>
              <a:gd name="connsiteX5" fmla="*/ 1441825 w 1581601"/>
              <a:gd name="connsiteY5" fmla="*/ 84916 h 3181849"/>
              <a:gd name="connsiteX0" fmla="*/ 1575000 w 1575000"/>
              <a:gd name="connsiteY0" fmla="*/ 0 h 3181849"/>
              <a:gd name="connsiteX1" fmla="*/ 1575000 w 1575000"/>
              <a:gd name="connsiteY1" fmla="*/ 3181849 h 3181849"/>
              <a:gd name="connsiteX2" fmla="*/ 16694 w 1575000"/>
              <a:gd name="connsiteY2" fmla="*/ 3181849 h 3181849"/>
              <a:gd name="connsiteX3" fmla="*/ 35 w 1575000"/>
              <a:gd name="connsiteY3" fmla="*/ 3006685 h 3181849"/>
              <a:gd name="connsiteX4" fmla="*/ 411343 w 1575000"/>
              <a:gd name="connsiteY4" fmla="*/ 2201559 h 3181849"/>
              <a:gd name="connsiteX5" fmla="*/ 1435224 w 1575000"/>
              <a:gd name="connsiteY5" fmla="*/ 84916 h 3181849"/>
              <a:gd name="connsiteX6" fmla="*/ 1575000 w 1575000"/>
              <a:gd name="connsiteY6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94649 w 1558306"/>
              <a:gd name="connsiteY3" fmla="*/ 2201559 h 3181849"/>
              <a:gd name="connsiteX4" fmla="*/ 1418530 w 1558306"/>
              <a:gd name="connsiteY4" fmla="*/ 84916 h 3181849"/>
              <a:gd name="connsiteX5" fmla="*/ 1558306 w 1558306"/>
              <a:gd name="connsiteY5" fmla="*/ 0 h 3181849"/>
              <a:gd name="connsiteX0" fmla="*/ 1614440 w 1614440"/>
              <a:gd name="connsiteY0" fmla="*/ 0 h 3181849"/>
              <a:gd name="connsiteX1" fmla="*/ 1614440 w 1614440"/>
              <a:gd name="connsiteY1" fmla="*/ 3181849 h 3181849"/>
              <a:gd name="connsiteX2" fmla="*/ 56134 w 1614440"/>
              <a:gd name="connsiteY2" fmla="*/ 3181849 h 3181849"/>
              <a:gd name="connsiteX3" fmla="*/ 450783 w 1614440"/>
              <a:gd name="connsiteY3" fmla="*/ 2201559 h 3181849"/>
              <a:gd name="connsiteX4" fmla="*/ 1474664 w 1614440"/>
              <a:gd name="connsiteY4" fmla="*/ 84916 h 3181849"/>
              <a:gd name="connsiteX5" fmla="*/ 1614440 w 1614440"/>
              <a:gd name="connsiteY5" fmla="*/ 0 h 3181849"/>
              <a:gd name="connsiteX0" fmla="*/ 1591239 w 1591239"/>
              <a:gd name="connsiteY0" fmla="*/ 0 h 3181849"/>
              <a:gd name="connsiteX1" fmla="*/ 1591239 w 1591239"/>
              <a:gd name="connsiteY1" fmla="*/ 3181849 h 3181849"/>
              <a:gd name="connsiteX2" fmla="*/ 32933 w 1591239"/>
              <a:gd name="connsiteY2" fmla="*/ 3181849 h 3181849"/>
              <a:gd name="connsiteX3" fmla="*/ 427582 w 1591239"/>
              <a:gd name="connsiteY3" fmla="*/ 2201559 h 3181849"/>
              <a:gd name="connsiteX4" fmla="*/ 1451463 w 1591239"/>
              <a:gd name="connsiteY4" fmla="*/ 84916 h 3181849"/>
              <a:gd name="connsiteX5" fmla="*/ 1591239 w 1591239"/>
              <a:gd name="connsiteY5" fmla="*/ 0 h 3181849"/>
              <a:gd name="connsiteX0" fmla="*/ 1591239 w 1591239"/>
              <a:gd name="connsiteY0" fmla="*/ 10258 h 3192107"/>
              <a:gd name="connsiteX1" fmla="*/ 1591239 w 1591239"/>
              <a:gd name="connsiteY1" fmla="*/ 3192107 h 3192107"/>
              <a:gd name="connsiteX2" fmla="*/ 32933 w 1591239"/>
              <a:gd name="connsiteY2" fmla="*/ 3192107 h 3192107"/>
              <a:gd name="connsiteX3" fmla="*/ 427582 w 1591239"/>
              <a:gd name="connsiteY3" fmla="*/ 2211817 h 3192107"/>
              <a:gd name="connsiteX4" fmla="*/ 1591239 w 1591239"/>
              <a:gd name="connsiteY4" fmla="*/ 10258 h 3192107"/>
              <a:gd name="connsiteX0" fmla="*/ 1616804 w 1616804"/>
              <a:gd name="connsiteY0" fmla="*/ 10258 h 3192107"/>
              <a:gd name="connsiteX1" fmla="*/ 1616804 w 1616804"/>
              <a:gd name="connsiteY1" fmla="*/ 3192107 h 3192107"/>
              <a:gd name="connsiteX2" fmla="*/ 58498 w 1616804"/>
              <a:gd name="connsiteY2" fmla="*/ 3192107 h 3192107"/>
              <a:gd name="connsiteX3" fmla="*/ 453147 w 1616804"/>
              <a:gd name="connsiteY3" fmla="*/ 2211817 h 3192107"/>
              <a:gd name="connsiteX4" fmla="*/ 1616804 w 1616804"/>
              <a:gd name="connsiteY4" fmla="*/ 10258 h 3192107"/>
              <a:gd name="connsiteX0" fmla="*/ 1595354 w 1595354"/>
              <a:gd name="connsiteY0" fmla="*/ 10393 h 3192242"/>
              <a:gd name="connsiteX1" fmla="*/ 1595354 w 1595354"/>
              <a:gd name="connsiteY1" fmla="*/ 3192242 h 3192242"/>
              <a:gd name="connsiteX2" fmla="*/ 37048 w 1595354"/>
              <a:gd name="connsiteY2" fmla="*/ 3192242 h 3192242"/>
              <a:gd name="connsiteX3" fmla="*/ 431697 w 1595354"/>
              <a:gd name="connsiteY3" fmla="*/ 2211952 h 3192242"/>
              <a:gd name="connsiteX4" fmla="*/ 1595354 w 1595354"/>
              <a:gd name="connsiteY4" fmla="*/ 10393 h 3192242"/>
              <a:gd name="connsiteX0" fmla="*/ 1558306 w 1558306"/>
              <a:gd name="connsiteY0" fmla="*/ 10393 h 3192242"/>
              <a:gd name="connsiteX1" fmla="*/ 1558306 w 1558306"/>
              <a:gd name="connsiteY1" fmla="*/ 3192242 h 3192242"/>
              <a:gd name="connsiteX2" fmla="*/ 0 w 1558306"/>
              <a:gd name="connsiteY2" fmla="*/ 3192242 h 3192242"/>
              <a:gd name="connsiteX3" fmla="*/ 394649 w 1558306"/>
              <a:gd name="connsiteY3" fmla="*/ 2211952 h 3192242"/>
              <a:gd name="connsiteX4" fmla="*/ 1558306 w 1558306"/>
              <a:gd name="connsiteY4" fmla="*/ 10393 h 3192242"/>
              <a:gd name="connsiteX0" fmla="*/ 1558306 w 1558306"/>
              <a:gd name="connsiteY0" fmla="*/ 13600 h 3195449"/>
              <a:gd name="connsiteX1" fmla="*/ 1558306 w 1558306"/>
              <a:gd name="connsiteY1" fmla="*/ 3195449 h 3195449"/>
              <a:gd name="connsiteX2" fmla="*/ 0 w 1558306"/>
              <a:gd name="connsiteY2" fmla="*/ 3195449 h 3195449"/>
              <a:gd name="connsiteX3" fmla="*/ 337657 w 1558306"/>
              <a:gd name="connsiteY3" fmla="*/ 1758050 h 3195449"/>
              <a:gd name="connsiteX4" fmla="*/ 1558306 w 1558306"/>
              <a:gd name="connsiteY4" fmla="*/ 13600 h 31954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337657 w 1558306"/>
              <a:gd name="connsiteY3" fmla="*/ 1744450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  <a:gd name="connsiteX0" fmla="*/ 1558306 w 1558306"/>
              <a:gd name="connsiteY0" fmla="*/ 0 h 3181849"/>
              <a:gd name="connsiteX1" fmla="*/ 1558306 w 1558306"/>
              <a:gd name="connsiteY1" fmla="*/ 3181849 h 3181849"/>
              <a:gd name="connsiteX2" fmla="*/ 0 w 1558306"/>
              <a:gd name="connsiteY2" fmla="*/ 3181849 h 3181849"/>
              <a:gd name="connsiteX3" fmla="*/ 430134 w 1558306"/>
              <a:gd name="connsiteY3" fmla="*/ 1727202 h 3181849"/>
              <a:gd name="connsiteX4" fmla="*/ 1558306 w 1558306"/>
              <a:gd name="connsiteY4" fmla="*/ 0 h 3181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8306" h="3181849">
                <a:moveTo>
                  <a:pt x="1558306" y="0"/>
                </a:moveTo>
                <a:lnTo>
                  <a:pt x="1558306" y="3181849"/>
                </a:lnTo>
                <a:lnTo>
                  <a:pt x="0" y="3181849"/>
                </a:lnTo>
                <a:cubicBezTo>
                  <a:pt x="559074" y="2664854"/>
                  <a:pt x="474375" y="2283384"/>
                  <a:pt x="430134" y="1727202"/>
                </a:cubicBezTo>
                <a:cubicBezTo>
                  <a:pt x="385893" y="1171020"/>
                  <a:pt x="566471" y="310976"/>
                  <a:pt x="1558306" y="0"/>
                </a:cubicBez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90500" dist="63500" dir="13500000" algn="b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 rot="3030775">
            <a:off x="9897003" y="960039"/>
            <a:ext cx="480112" cy="480112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64A2A4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1" name="任意多边形 30"/>
          <p:cNvSpPr/>
          <p:nvPr/>
        </p:nvSpPr>
        <p:spPr>
          <a:xfrm rot="3030775">
            <a:off x="10116977" y="3498055"/>
            <a:ext cx="279048" cy="279048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83C0C8">
              <a:alpha val="63000"/>
            </a:srgbClr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sp>
        <p:nvSpPr>
          <p:cNvPr id="32" name="任意多边形 31"/>
          <p:cNvSpPr/>
          <p:nvPr/>
        </p:nvSpPr>
        <p:spPr>
          <a:xfrm rot="3030775">
            <a:off x="7841834" y="4592812"/>
            <a:ext cx="160482" cy="160483"/>
          </a:xfrm>
          <a:custGeom>
            <a:avLst/>
            <a:gdLst>
              <a:gd name="connsiteX0" fmla="*/ 2945837 w 3037540"/>
              <a:gd name="connsiteY0" fmla="*/ 1003140 h 3037540"/>
              <a:gd name="connsiteX1" fmla="*/ 2969259 w 3037540"/>
              <a:gd name="connsiteY1" fmla="*/ 1067134 h 3037540"/>
              <a:gd name="connsiteX2" fmla="*/ 3037540 w 3037540"/>
              <a:gd name="connsiteY2" fmla="*/ 1518770 h 3037540"/>
              <a:gd name="connsiteX3" fmla="*/ 2969259 w 3037540"/>
              <a:gd name="connsiteY3" fmla="*/ 1970406 h 3037540"/>
              <a:gd name="connsiteX4" fmla="*/ 2945837 w 3037540"/>
              <a:gd name="connsiteY4" fmla="*/ 2034400 h 3037540"/>
              <a:gd name="connsiteX5" fmla="*/ 92385 w 3037540"/>
              <a:gd name="connsiteY5" fmla="*/ 1001277 h 3037540"/>
              <a:gd name="connsiteX6" fmla="*/ 92385 w 3037540"/>
              <a:gd name="connsiteY6" fmla="*/ 2036264 h 3037540"/>
              <a:gd name="connsiteX7" fmla="*/ 68281 w 3037540"/>
              <a:gd name="connsiteY7" fmla="*/ 1970406 h 3037540"/>
              <a:gd name="connsiteX8" fmla="*/ 0 w 3037540"/>
              <a:gd name="connsiteY8" fmla="*/ 1518770 h 3037540"/>
              <a:gd name="connsiteX9" fmla="*/ 68281 w 3037540"/>
              <a:gd name="connsiteY9" fmla="*/ 1067134 h 3037540"/>
              <a:gd name="connsiteX10" fmla="*/ 2760902 w 3037540"/>
              <a:gd name="connsiteY10" fmla="*/ 646535 h 3037540"/>
              <a:gd name="connsiteX11" fmla="*/ 2778158 w 3037540"/>
              <a:gd name="connsiteY11" fmla="*/ 669611 h 3037540"/>
              <a:gd name="connsiteX12" fmla="*/ 2854233 w 3037540"/>
              <a:gd name="connsiteY12" fmla="*/ 794834 h 3037540"/>
              <a:gd name="connsiteX13" fmla="*/ 2866410 w 3037540"/>
              <a:gd name="connsiteY13" fmla="*/ 820112 h 3037540"/>
              <a:gd name="connsiteX14" fmla="*/ 2866410 w 3037540"/>
              <a:gd name="connsiteY14" fmla="*/ 2217428 h 3037540"/>
              <a:gd name="connsiteX15" fmla="*/ 2854233 w 3037540"/>
              <a:gd name="connsiteY15" fmla="*/ 2242706 h 3037540"/>
              <a:gd name="connsiteX16" fmla="*/ 2778158 w 3037540"/>
              <a:gd name="connsiteY16" fmla="*/ 2367929 h 3037540"/>
              <a:gd name="connsiteX17" fmla="*/ 2760902 w 3037540"/>
              <a:gd name="connsiteY17" fmla="*/ 2391005 h 3037540"/>
              <a:gd name="connsiteX18" fmla="*/ 277320 w 3037540"/>
              <a:gd name="connsiteY18" fmla="*/ 645623 h 3037540"/>
              <a:gd name="connsiteX19" fmla="*/ 277320 w 3037540"/>
              <a:gd name="connsiteY19" fmla="*/ 2391917 h 3037540"/>
              <a:gd name="connsiteX20" fmla="*/ 259382 w 3037540"/>
              <a:gd name="connsiteY20" fmla="*/ 2367929 h 3037540"/>
              <a:gd name="connsiteX21" fmla="*/ 183307 w 3037540"/>
              <a:gd name="connsiteY21" fmla="*/ 2242706 h 3037540"/>
              <a:gd name="connsiteX22" fmla="*/ 171812 w 3037540"/>
              <a:gd name="connsiteY22" fmla="*/ 2218844 h 3037540"/>
              <a:gd name="connsiteX23" fmla="*/ 171812 w 3037540"/>
              <a:gd name="connsiteY23" fmla="*/ 818697 h 3037540"/>
              <a:gd name="connsiteX24" fmla="*/ 183307 w 3037540"/>
              <a:gd name="connsiteY24" fmla="*/ 794834 h 3037540"/>
              <a:gd name="connsiteX25" fmla="*/ 259382 w 3037540"/>
              <a:gd name="connsiteY25" fmla="*/ 669611 h 3037540"/>
              <a:gd name="connsiteX26" fmla="*/ 2575967 w 3037540"/>
              <a:gd name="connsiteY26" fmla="*/ 429627 h 3037540"/>
              <a:gd name="connsiteX27" fmla="*/ 2592703 w 3037540"/>
              <a:gd name="connsiteY27" fmla="*/ 444837 h 3037540"/>
              <a:gd name="connsiteX28" fmla="*/ 2681475 w 3037540"/>
              <a:gd name="connsiteY28" fmla="*/ 542512 h 3037540"/>
              <a:gd name="connsiteX29" fmla="*/ 2681475 w 3037540"/>
              <a:gd name="connsiteY29" fmla="*/ 2495029 h 3037540"/>
              <a:gd name="connsiteX30" fmla="*/ 2592703 w 3037540"/>
              <a:gd name="connsiteY30" fmla="*/ 2592703 h 3037540"/>
              <a:gd name="connsiteX31" fmla="*/ 2575967 w 3037540"/>
              <a:gd name="connsiteY31" fmla="*/ 2607913 h 3037540"/>
              <a:gd name="connsiteX32" fmla="*/ 462255 w 3037540"/>
              <a:gd name="connsiteY32" fmla="*/ 429007 h 3037540"/>
              <a:gd name="connsiteX33" fmla="*/ 462255 w 3037540"/>
              <a:gd name="connsiteY33" fmla="*/ 2608533 h 3037540"/>
              <a:gd name="connsiteX34" fmla="*/ 444837 w 3037540"/>
              <a:gd name="connsiteY34" fmla="*/ 2592703 h 3037540"/>
              <a:gd name="connsiteX35" fmla="*/ 356747 w 3037540"/>
              <a:gd name="connsiteY35" fmla="*/ 2495779 h 3037540"/>
              <a:gd name="connsiteX36" fmla="*/ 356747 w 3037540"/>
              <a:gd name="connsiteY36" fmla="*/ 541761 h 3037540"/>
              <a:gd name="connsiteX37" fmla="*/ 444837 w 3037540"/>
              <a:gd name="connsiteY37" fmla="*/ 444837 h 3037540"/>
              <a:gd name="connsiteX38" fmla="*/ 2391032 w 3037540"/>
              <a:gd name="connsiteY38" fmla="*/ 276658 h 3037540"/>
              <a:gd name="connsiteX39" fmla="*/ 2484849 w 3037540"/>
              <a:gd name="connsiteY39" fmla="*/ 346813 h 3037540"/>
              <a:gd name="connsiteX40" fmla="*/ 2496540 w 3037540"/>
              <a:gd name="connsiteY40" fmla="*/ 357439 h 3037540"/>
              <a:gd name="connsiteX41" fmla="*/ 2496540 w 3037540"/>
              <a:gd name="connsiteY41" fmla="*/ 2680102 h 3037540"/>
              <a:gd name="connsiteX42" fmla="*/ 2484849 w 3037540"/>
              <a:gd name="connsiteY42" fmla="*/ 2690727 h 3037540"/>
              <a:gd name="connsiteX43" fmla="*/ 2391032 w 3037540"/>
              <a:gd name="connsiteY43" fmla="*/ 2760882 h 3037540"/>
              <a:gd name="connsiteX44" fmla="*/ 647190 w 3037540"/>
              <a:gd name="connsiteY44" fmla="*/ 276148 h 3037540"/>
              <a:gd name="connsiteX45" fmla="*/ 647190 w 3037540"/>
              <a:gd name="connsiteY45" fmla="*/ 2761392 h 3037540"/>
              <a:gd name="connsiteX46" fmla="*/ 552691 w 3037540"/>
              <a:gd name="connsiteY46" fmla="*/ 2690727 h 3037540"/>
              <a:gd name="connsiteX47" fmla="*/ 541682 w 3037540"/>
              <a:gd name="connsiteY47" fmla="*/ 2680722 h 3037540"/>
              <a:gd name="connsiteX48" fmla="*/ 541682 w 3037540"/>
              <a:gd name="connsiteY48" fmla="*/ 356819 h 3037540"/>
              <a:gd name="connsiteX49" fmla="*/ 552691 w 3037540"/>
              <a:gd name="connsiteY49" fmla="*/ 346813 h 3037540"/>
              <a:gd name="connsiteX50" fmla="*/ 2206097 w 3037540"/>
              <a:gd name="connsiteY50" fmla="*/ 165672 h 3037540"/>
              <a:gd name="connsiteX51" fmla="*/ 2242706 w 3037540"/>
              <a:gd name="connsiteY51" fmla="*/ 183307 h 3037540"/>
              <a:gd name="connsiteX52" fmla="*/ 2311605 w 3037540"/>
              <a:gd name="connsiteY52" fmla="*/ 225164 h 3037540"/>
              <a:gd name="connsiteX53" fmla="*/ 2311605 w 3037540"/>
              <a:gd name="connsiteY53" fmla="*/ 2812376 h 3037540"/>
              <a:gd name="connsiteX54" fmla="*/ 2242706 w 3037540"/>
              <a:gd name="connsiteY54" fmla="*/ 2854233 h 3037540"/>
              <a:gd name="connsiteX55" fmla="*/ 2206097 w 3037540"/>
              <a:gd name="connsiteY55" fmla="*/ 2871869 h 3037540"/>
              <a:gd name="connsiteX56" fmla="*/ 832125 w 3037540"/>
              <a:gd name="connsiteY56" fmla="*/ 165343 h 3037540"/>
              <a:gd name="connsiteX57" fmla="*/ 832125 w 3037540"/>
              <a:gd name="connsiteY57" fmla="*/ 2872197 h 3037540"/>
              <a:gd name="connsiteX58" fmla="*/ 794834 w 3037540"/>
              <a:gd name="connsiteY58" fmla="*/ 2854233 h 3037540"/>
              <a:gd name="connsiteX59" fmla="*/ 726617 w 3037540"/>
              <a:gd name="connsiteY59" fmla="*/ 2812790 h 3037540"/>
              <a:gd name="connsiteX60" fmla="*/ 726617 w 3037540"/>
              <a:gd name="connsiteY60" fmla="*/ 224750 h 3037540"/>
              <a:gd name="connsiteX61" fmla="*/ 794834 w 3037540"/>
              <a:gd name="connsiteY61" fmla="*/ 183307 h 3037540"/>
              <a:gd name="connsiteX62" fmla="*/ 2021162 w 3037540"/>
              <a:gd name="connsiteY62" fmla="*/ 86858 h 3037540"/>
              <a:gd name="connsiteX63" fmla="*/ 2109944 w 3037540"/>
              <a:gd name="connsiteY63" fmla="*/ 119353 h 3037540"/>
              <a:gd name="connsiteX64" fmla="*/ 2126670 w 3037540"/>
              <a:gd name="connsiteY64" fmla="*/ 127410 h 3037540"/>
              <a:gd name="connsiteX65" fmla="*/ 2126670 w 3037540"/>
              <a:gd name="connsiteY65" fmla="*/ 2910131 h 3037540"/>
              <a:gd name="connsiteX66" fmla="*/ 2109944 w 3037540"/>
              <a:gd name="connsiteY66" fmla="*/ 2918188 h 3037540"/>
              <a:gd name="connsiteX67" fmla="*/ 2021162 w 3037540"/>
              <a:gd name="connsiteY67" fmla="*/ 2950682 h 3037540"/>
              <a:gd name="connsiteX68" fmla="*/ 1017060 w 3037540"/>
              <a:gd name="connsiteY68" fmla="*/ 86608 h 3037540"/>
              <a:gd name="connsiteX69" fmla="*/ 1017060 w 3037540"/>
              <a:gd name="connsiteY69" fmla="*/ 2950932 h 3037540"/>
              <a:gd name="connsiteX70" fmla="*/ 927596 w 3037540"/>
              <a:gd name="connsiteY70" fmla="*/ 2918188 h 3037540"/>
              <a:gd name="connsiteX71" fmla="*/ 911552 w 3037540"/>
              <a:gd name="connsiteY71" fmla="*/ 2910459 h 3037540"/>
              <a:gd name="connsiteX72" fmla="*/ 911552 w 3037540"/>
              <a:gd name="connsiteY72" fmla="*/ 127081 h 3037540"/>
              <a:gd name="connsiteX73" fmla="*/ 927596 w 3037540"/>
              <a:gd name="connsiteY73" fmla="*/ 119353 h 3037540"/>
              <a:gd name="connsiteX74" fmla="*/ 1836227 w 3037540"/>
              <a:gd name="connsiteY74" fmla="*/ 33780 h 3037540"/>
              <a:gd name="connsiteX75" fmla="*/ 1941735 w 3037540"/>
              <a:gd name="connsiteY75" fmla="*/ 60909 h 3037540"/>
              <a:gd name="connsiteX76" fmla="*/ 1941735 w 3037540"/>
              <a:gd name="connsiteY76" fmla="*/ 2976631 h 3037540"/>
              <a:gd name="connsiteX77" fmla="*/ 1836227 w 3037540"/>
              <a:gd name="connsiteY77" fmla="*/ 3003760 h 3037540"/>
              <a:gd name="connsiteX78" fmla="*/ 1201995 w 3037540"/>
              <a:gd name="connsiteY78" fmla="*/ 33605 h 3037540"/>
              <a:gd name="connsiteX79" fmla="*/ 1201995 w 3037540"/>
              <a:gd name="connsiteY79" fmla="*/ 3003936 h 3037540"/>
              <a:gd name="connsiteX80" fmla="*/ 1096487 w 3037540"/>
              <a:gd name="connsiteY80" fmla="*/ 2976807 h 3037540"/>
              <a:gd name="connsiteX81" fmla="*/ 1096487 w 3037540"/>
              <a:gd name="connsiteY81" fmla="*/ 60734 h 3037540"/>
              <a:gd name="connsiteX82" fmla="*/ 1651292 w 3037540"/>
              <a:gd name="connsiteY82" fmla="*/ 6692 h 3037540"/>
              <a:gd name="connsiteX83" fmla="*/ 1674055 w 3037540"/>
              <a:gd name="connsiteY83" fmla="*/ 7841 h 3037540"/>
              <a:gd name="connsiteX84" fmla="*/ 1756800 w 3037540"/>
              <a:gd name="connsiteY84" fmla="*/ 20470 h 3037540"/>
              <a:gd name="connsiteX85" fmla="*/ 1756800 w 3037540"/>
              <a:gd name="connsiteY85" fmla="*/ 3017071 h 3037540"/>
              <a:gd name="connsiteX86" fmla="*/ 1674055 w 3037540"/>
              <a:gd name="connsiteY86" fmla="*/ 3029699 h 3037540"/>
              <a:gd name="connsiteX87" fmla="*/ 1651292 w 3037540"/>
              <a:gd name="connsiteY87" fmla="*/ 3030848 h 3037540"/>
              <a:gd name="connsiteX88" fmla="*/ 1386930 w 3037540"/>
              <a:gd name="connsiteY88" fmla="*/ 6657 h 3037540"/>
              <a:gd name="connsiteX89" fmla="*/ 1386930 w 3037540"/>
              <a:gd name="connsiteY89" fmla="*/ 3030883 h 3037540"/>
              <a:gd name="connsiteX90" fmla="*/ 1363485 w 3037540"/>
              <a:gd name="connsiteY90" fmla="*/ 3029699 h 3037540"/>
              <a:gd name="connsiteX91" fmla="*/ 1281422 w 3037540"/>
              <a:gd name="connsiteY91" fmla="*/ 3017175 h 3037540"/>
              <a:gd name="connsiteX92" fmla="*/ 1281422 w 3037540"/>
              <a:gd name="connsiteY92" fmla="*/ 20366 h 3037540"/>
              <a:gd name="connsiteX93" fmla="*/ 1363485 w 3037540"/>
              <a:gd name="connsiteY93" fmla="*/ 7841 h 3037540"/>
              <a:gd name="connsiteX94" fmla="*/ 1518770 w 3037540"/>
              <a:gd name="connsiteY94" fmla="*/ 0 h 3037540"/>
              <a:gd name="connsiteX95" fmla="*/ 1571865 w 3037540"/>
              <a:gd name="connsiteY95" fmla="*/ 2681 h 3037540"/>
              <a:gd name="connsiteX96" fmla="*/ 1571865 w 3037540"/>
              <a:gd name="connsiteY96" fmla="*/ 3034859 h 3037540"/>
              <a:gd name="connsiteX97" fmla="*/ 1518770 w 3037540"/>
              <a:gd name="connsiteY97" fmla="*/ 3037540 h 3037540"/>
              <a:gd name="connsiteX98" fmla="*/ 1466357 w 3037540"/>
              <a:gd name="connsiteY98" fmla="*/ 3034894 h 3037540"/>
              <a:gd name="connsiteX99" fmla="*/ 1466357 w 3037540"/>
              <a:gd name="connsiteY99" fmla="*/ 2647 h 3037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037540" h="3037540">
                <a:moveTo>
                  <a:pt x="2945837" y="1003140"/>
                </a:moveTo>
                <a:lnTo>
                  <a:pt x="2969259" y="1067134"/>
                </a:lnTo>
                <a:cubicBezTo>
                  <a:pt x="3013635" y="1209806"/>
                  <a:pt x="3037540" y="1361496"/>
                  <a:pt x="3037540" y="1518770"/>
                </a:cubicBezTo>
                <a:cubicBezTo>
                  <a:pt x="3037540" y="1676044"/>
                  <a:pt x="3013635" y="1827734"/>
                  <a:pt x="2969259" y="1970406"/>
                </a:cubicBezTo>
                <a:lnTo>
                  <a:pt x="2945837" y="2034400"/>
                </a:lnTo>
                <a:close/>
                <a:moveTo>
                  <a:pt x="92385" y="1001277"/>
                </a:moveTo>
                <a:lnTo>
                  <a:pt x="92385" y="2036264"/>
                </a:lnTo>
                <a:lnTo>
                  <a:pt x="68281" y="1970406"/>
                </a:lnTo>
                <a:cubicBezTo>
                  <a:pt x="23905" y="1827734"/>
                  <a:pt x="0" y="1676044"/>
                  <a:pt x="0" y="1518770"/>
                </a:cubicBezTo>
                <a:cubicBezTo>
                  <a:pt x="0" y="1361496"/>
                  <a:pt x="23905" y="1209806"/>
                  <a:pt x="68281" y="1067134"/>
                </a:cubicBezTo>
                <a:close/>
                <a:moveTo>
                  <a:pt x="2760902" y="646535"/>
                </a:moveTo>
                <a:lnTo>
                  <a:pt x="2778158" y="669611"/>
                </a:lnTo>
                <a:cubicBezTo>
                  <a:pt x="2805451" y="710011"/>
                  <a:pt x="2830852" y="751794"/>
                  <a:pt x="2854233" y="794834"/>
                </a:cubicBezTo>
                <a:lnTo>
                  <a:pt x="2866410" y="820112"/>
                </a:lnTo>
                <a:lnTo>
                  <a:pt x="2866410" y="2217428"/>
                </a:lnTo>
                <a:lnTo>
                  <a:pt x="2854233" y="2242706"/>
                </a:lnTo>
                <a:cubicBezTo>
                  <a:pt x="2830852" y="2285746"/>
                  <a:pt x="2805451" y="2327530"/>
                  <a:pt x="2778158" y="2367929"/>
                </a:cubicBezTo>
                <a:lnTo>
                  <a:pt x="2760902" y="2391005"/>
                </a:lnTo>
                <a:close/>
                <a:moveTo>
                  <a:pt x="277320" y="645623"/>
                </a:moveTo>
                <a:lnTo>
                  <a:pt x="277320" y="2391917"/>
                </a:lnTo>
                <a:lnTo>
                  <a:pt x="259382" y="2367929"/>
                </a:lnTo>
                <a:cubicBezTo>
                  <a:pt x="232089" y="2327530"/>
                  <a:pt x="206688" y="2285746"/>
                  <a:pt x="183307" y="2242706"/>
                </a:cubicBezTo>
                <a:lnTo>
                  <a:pt x="171812" y="2218844"/>
                </a:lnTo>
                <a:lnTo>
                  <a:pt x="171812" y="818697"/>
                </a:lnTo>
                <a:lnTo>
                  <a:pt x="183307" y="794834"/>
                </a:lnTo>
                <a:cubicBezTo>
                  <a:pt x="206688" y="751794"/>
                  <a:pt x="232089" y="710011"/>
                  <a:pt x="259382" y="669611"/>
                </a:cubicBezTo>
                <a:close/>
                <a:moveTo>
                  <a:pt x="2575967" y="429627"/>
                </a:moveTo>
                <a:lnTo>
                  <a:pt x="2592703" y="444837"/>
                </a:lnTo>
                <a:lnTo>
                  <a:pt x="2681475" y="542512"/>
                </a:lnTo>
                <a:lnTo>
                  <a:pt x="2681475" y="2495029"/>
                </a:lnTo>
                <a:lnTo>
                  <a:pt x="2592703" y="2592703"/>
                </a:lnTo>
                <a:lnTo>
                  <a:pt x="2575967" y="2607913"/>
                </a:lnTo>
                <a:close/>
                <a:moveTo>
                  <a:pt x="462255" y="429007"/>
                </a:moveTo>
                <a:lnTo>
                  <a:pt x="462255" y="2608533"/>
                </a:lnTo>
                <a:lnTo>
                  <a:pt x="444837" y="2592703"/>
                </a:lnTo>
                <a:lnTo>
                  <a:pt x="356747" y="2495779"/>
                </a:lnTo>
                <a:lnTo>
                  <a:pt x="356747" y="541761"/>
                </a:lnTo>
                <a:lnTo>
                  <a:pt x="444837" y="444837"/>
                </a:lnTo>
                <a:close/>
                <a:moveTo>
                  <a:pt x="2391032" y="276658"/>
                </a:moveTo>
                <a:lnTo>
                  <a:pt x="2484849" y="346813"/>
                </a:lnTo>
                <a:lnTo>
                  <a:pt x="2496540" y="357439"/>
                </a:lnTo>
                <a:lnTo>
                  <a:pt x="2496540" y="2680102"/>
                </a:lnTo>
                <a:lnTo>
                  <a:pt x="2484849" y="2690727"/>
                </a:lnTo>
                <a:lnTo>
                  <a:pt x="2391032" y="2760882"/>
                </a:lnTo>
                <a:close/>
                <a:moveTo>
                  <a:pt x="647190" y="276148"/>
                </a:moveTo>
                <a:lnTo>
                  <a:pt x="647190" y="2761392"/>
                </a:lnTo>
                <a:lnTo>
                  <a:pt x="552691" y="2690727"/>
                </a:lnTo>
                <a:lnTo>
                  <a:pt x="541682" y="2680722"/>
                </a:lnTo>
                <a:lnTo>
                  <a:pt x="541682" y="356819"/>
                </a:lnTo>
                <a:lnTo>
                  <a:pt x="552691" y="346813"/>
                </a:lnTo>
                <a:close/>
                <a:moveTo>
                  <a:pt x="2206097" y="165672"/>
                </a:moveTo>
                <a:lnTo>
                  <a:pt x="2242706" y="183307"/>
                </a:lnTo>
                <a:lnTo>
                  <a:pt x="2311605" y="225164"/>
                </a:lnTo>
                <a:lnTo>
                  <a:pt x="2311605" y="2812376"/>
                </a:lnTo>
                <a:lnTo>
                  <a:pt x="2242706" y="2854233"/>
                </a:lnTo>
                <a:lnTo>
                  <a:pt x="2206097" y="2871869"/>
                </a:lnTo>
                <a:close/>
                <a:moveTo>
                  <a:pt x="832125" y="165343"/>
                </a:moveTo>
                <a:lnTo>
                  <a:pt x="832125" y="2872197"/>
                </a:lnTo>
                <a:lnTo>
                  <a:pt x="794834" y="2854233"/>
                </a:lnTo>
                <a:lnTo>
                  <a:pt x="726617" y="2812790"/>
                </a:lnTo>
                <a:lnTo>
                  <a:pt x="726617" y="224750"/>
                </a:lnTo>
                <a:lnTo>
                  <a:pt x="794834" y="183307"/>
                </a:lnTo>
                <a:close/>
                <a:moveTo>
                  <a:pt x="2021162" y="86858"/>
                </a:moveTo>
                <a:lnTo>
                  <a:pt x="2109944" y="119353"/>
                </a:lnTo>
                <a:lnTo>
                  <a:pt x="2126670" y="127410"/>
                </a:lnTo>
                <a:lnTo>
                  <a:pt x="2126670" y="2910131"/>
                </a:lnTo>
                <a:lnTo>
                  <a:pt x="2109944" y="2918188"/>
                </a:lnTo>
                <a:lnTo>
                  <a:pt x="2021162" y="2950682"/>
                </a:lnTo>
                <a:close/>
                <a:moveTo>
                  <a:pt x="1017060" y="86608"/>
                </a:moveTo>
                <a:lnTo>
                  <a:pt x="1017060" y="2950932"/>
                </a:lnTo>
                <a:lnTo>
                  <a:pt x="927596" y="2918188"/>
                </a:lnTo>
                <a:lnTo>
                  <a:pt x="911552" y="2910459"/>
                </a:lnTo>
                <a:lnTo>
                  <a:pt x="911552" y="127081"/>
                </a:lnTo>
                <a:lnTo>
                  <a:pt x="927596" y="119353"/>
                </a:lnTo>
                <a:close/>
                <a:moveTo>
                  <a:pt x="1836227" y="33780"/>
                </a:moveTo>
                <a:lnTo>
                  <a:pt x="1941735" y="60909"/>
                </a:lnTo>
                <a:lnTo>
                  <a:pt x="1941735" y="2976631"/>
                </a:lnTo>
                <a:lnTo>
                  <a:pt x="1836227" y="3003760"/>
                </a:lnTo>
                <a:close/>
                <a:moveTo>
                  <a:pt x="1201995" y="33605"/>
                </a:moveTo>
                <a:lnTo>
                  <a:pt x="1201995" y="3003936"/>
                </a:lnTo>
                <a:lnTo>
                  <a:pt x="1096487" y="2976807"/>
                </a:lnTo>
                <a:lnTo>
                  <a:pt x="1096487" y="60734"/>
                </a:lnTo>
                <a:close/>
                <a:moveTo>
                  <a:pt x="1651292" y="6692"/>
                </a:moveTo>
                <a:lnTo>
                  <a:pt x="1674055" y="7841"/>
                </a:lnTo>
                <a:lnTo>
                  <a:pt x="1756800" y="20470"/>
                </a:lnTo>
                <a:lnTo>
                  <a:pt x="1756800" y="3017071"/>
                </a:lnTo>
                <a:lnTo>
                  <a:pt x="1674055" y="3029699"/>
                </a:lnTo>
                <a:lnTo>
                  <a:pt x="1651292" y="3030848"/>
                </a:lnTo>
                <a:close/>
                <a:moveTo>
                  <a:pt x="1386930" y="6657"/>
                </a:moveTo>
                <a:lnTo>
                  <a:pt x="1386930" y="3030883"/>
                </a:lnTo>
                <a:lnTo>
                  <a:pt x="1363485" y="3029699"/>
                </a:lnTo>
                <a:lnTo>
                  <a:pt x="1281422" y="3017175"/>
                </a:lnTo>
                <a:lnTo>
                  <a:pt x="1281422" y="20366"/>
                </a:lnTo>
                <a:lnTo>
                  <a:pt x="1363485" y="7841"/>
                </a:lnTo>
                <a:close/>
                <a:moveTo>
                  <a:pt x="1518770" y="0"/>
                </a:moveTo>
                <a:lnTo>
                  <a:pt x="1571865" y="2681"/>
                </a:lnTo>
                <a:lnTo>
                  <a:pt x="1571865" y="3034859"/>
                </a:lnTo>
                <a:lnTo>
                  <a:pt x="1518770" y="3037540"/>
                </a:lnTo>
                <a:lnTo>
                  <a:pt x="1466357" y="3034894"/>
                </a:lnTo>
                <a:lnTo>
                  <a:pt x="1466357" y="2647"/>
                </a:lnTo>
                <a:close/>
              </a:path>
            </a:pathLst>
          </a:custGeom>
          <a:solidFill>
            <a:srgbClr val="FAECCA"/>
          </a:solidFill>
          <a:ln>
            <a:noFill/>
          </a:ln>
          <a:effectLst>
            <a:outerShdw blurRad="101600" dist="381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思源黑体" panose="020B0500000000000000" pitchFamily="34" charset="-122"/>
            </a:endParaRPr>
          </a:p>
        </p:txBody>
      </p:sp>
      <p:grpSp>
        <p:nvGrpSpPr>
          <p:cNvPr id="2" name="组合 22">
            <a:extLst>
              <a:ext uri="{FF2B5EF4-FFF2-40B4-BE49-F238E27FC236}">
                <a16:creationId xmlns:a16="http://schemas.microsoft.com/office/drawing/2014/main" id="{57963058-CC11-2E08-92B9-8D9F981B0285}"/>
              </a:ext>
            </a:extLst>
          </p:cNvPr>
          <p:cNvGrpSpPr/>
          <p:nvPr/>
        </p:nvGrpSpPr>
        <p:grpSpPr>
          <a:xfrm>
            <a:off x="443886" y="422985"/>
            <a:ext cx="2578915" cy="461665"/>
            <a:chOff x="8678487" y="290279"/>
            <a:chExt cx="2578916" cy="461665"/>
          </a:xfrm>
        </p:grpSpPr>
        <p:grpSp>
          <p:nvGrpSpPr>
            <p:cNvPr id="3" name="组合 23">
              <a:extLst>
                <a:ext uri="{FF2B5EF4-FFF2-40B4-BE49-F238E27FC236}">
                  <a16:creationId xmlns:a16="http://schemas.microsoft.com/office/drawing/2014/main" id="{9F8A5949-24E5-6455-EDF3-986C1CC5F00A}"/>
                </a:ext>
              </a:extLst>
            </p:cNvPr>
            <p:cNvGrpSpPr/>
            <p:nvPr/>
          </p:nvGrpSpPr>
          <p:grpSpPr>
            <a:xfrm>
              <a:off x="8678487" y="427815"/>
              <a:ext cx="598517" cy="120825"/>
              <a:chOff x="8678487" y="332509"/>
              <a:chExt cx="1070623" cy="216131"/>
            </a:xfrm>
          </p:grpSpPr>
          <p:sp>
            <p:nvSpPr>
              <p:cNvPr id="5" name="椭圆 26">
                <a:extLst>
                  <a:ext uri="{FF2B5EF4-FFF2-40B4-BE49-F238E27FC236}">
                    <a16:creationId xmlns:a16="http://schemas.microsoft.com/office/drawing/2014/main" id="{4D4AA77C-D43E-B20F-755E-18F1C3E3BE51}"/>
                  </a:ext>
                </a:extLst>
              </p:cNvPr>
              <p:cNvSpPr/>
              <p:nvPr/>
            </p:nvSpPr>
            <p:spPr>
              <a:xfrm>
                <a:off x="8678487" y="332509"/>
                <a:ext cx="216131" cy="216131"/>
              </a:xfrm>
              <a:prstGeom prst="ellipse">
                <a:avLst/>
              </a:prstGeom>
              <a:solidFill>
                <a:srgbClr val="64A2A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  <p:sp>
            <p:nvSpPr>
              <p:cNvPr id="8" name="椭圆 27">
                <a:extLst>
                  <a:ext uri="{FF2B5EF4-FFF2-40B4-BE49-F238E27FC236}">
                    <a16:creationId xmlns:a16="http://schemas.microsoft.com/office/drawing/2014/main" id="{860D8546-3DC5-ACA8-DC6A-42A13A95E8EA}"/>
                  </a:ext>
                </a:extLst>
              </p:cNvPr>
              <p:cNvSpPr/>
              <p:nvPr/>
            </p:nvSpPr>
            <p:spPr>
              <a:xfrm>
                <a:off x="9105733" y="332509"/>
                <a:ext cx="216131" cy="216131"/>
              </a:xfrm>
              <a:prstGeom prst="ellipse">
                <a:avLst/>
              </a:prstGeom>
              <a:solidFill>
                <a:srgbClr val="83C0C8">
                  <a:alpha val="5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lt1">
                      <a:alpha val="56000"/>
                    </a:schemeClr>
                  </a:solidFill>
                </a:endParaRPr>
              </a:p>
            </p:txBody>
          </p:sp>
          <p:sp>
            <p:nvSpPr>
              <p:cNvPr id="10" name="椭圆 28">
                <a:extLst>
                  <a:ext uri="{FF2B5EF4-FFF2-40B4-BE49-F238E27FC236}">
                    <a16:creationId xmlns:a16="http://schemas.microsoft.com/office/drawing/2014/main" id="{55B22053-9148-86E5-F5D5-79A6EF22363C}"/>
                  </a:ext>
                </a:extLst>
              </p:cNvPr>
              <p:cNvSpPr/>
              <p:nvPr/>
            </p:nvSpPr>
            <p:spPr>
              <a:xfrm>
                <a:off x="9532979" y="332509"/>
                <a:ext cx="216131" cy="21613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/>
              </a:p>
            </p:txBody>
          </p:sp>
        </p:grpSp>
        <p:sp>
          <p:nvSpPr>
            <p:cNvPr id="4" name="矩形 24">
              <a:extLst>
                <a:ext uri="{FF2B5EF4-FFF2-40B4-BE49-F238E27FC236}">
                  <a16:creationId xmlns:a16="http://schemas.microsoft.com/office/drawing/2014/main" id="{4347909D-7A64-182F-EB72-61AA126E1035}"/>
                </a:ext>
              </a:extLst>
            </p:cNvPr>
            <p:cNvSpPr/>
            <p:nvPr/>
          </p:nvSpPr>
          <p:spPr>
            <a:xfrm>
              <a:off x="9336683" y="290279"/>
              <a:ext cx="192072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  <a:sym typeface="阿里巴巴普惠体" panose="00020600040101010101" pitchFamily="18" charset="-122"/>
                </a:rPr>
                <a:t>Nhóm</a:t>
              </a:r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  <a:sym typeface="阿里巴巴普惠体" panose="00020600040101010101" pitchFamily="18" charset="-122"/>
                </a:rPr>
                <a:t> </a:t>
              </a:r>
              <a:r>
                <a:rPr lang="en-US" altLang="zh-CN" sz="24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  <a:sym typeface="阿里巴巴普惠体" panose="00020600040101010101" pitchFamily="18" charset="-122"/>
                </a:rPr>
                <a:t>CLHD</a:t>
              </a:r>
              <a:endParaRPr lang="zh-CN" alt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259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41" grpId="0" animBg="1"/>
      <p:bldP spid="45" grpId="0" animBg="1"/>
      <p:bldP spid="42" grpId="0" animBg="1"/>
      <p:bldP spid="30" grpId="0" animBg="1"/>
      <p:bldP spid="31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891</Words>
  <Application>Microsoft Office PowerPoint</Application>
  <PresentationFormat>Widescreen</PresentationFormat>
  <Paragraphs>102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Arial Black</vt:lpstr>
      <vt:lpstr>Segoe UI Black</vt:lpstr>
      <vt:lpstr>Times New Roman</vt:lpstr>
      <vt:lpstr>思源宋体 CN Heavy</vt:lpstr>
      <vt:lpstr>思源黑体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Quang Lam Võ</dc:creator>
  <cp:lastModifiedBy>Quang Lam Võ</cp:lastModifiedBy>
  <cp:revision>4</cp:revision>
  <dcterms:created xsi:type="dcterms:W3CDTF">2026-10-10T13:42:06Z</dcterms:created>
  <dcterms:modified xsi:type="dcterms:W3CDTF">2026-10-10T18:24:23Z</dcterms:modified>
</cp:coreProperties>
</file>